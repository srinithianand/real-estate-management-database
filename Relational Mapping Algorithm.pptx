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86" y="-2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D63AD-F586-64F5-D2BC-7DB2850C7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599C46-9B61-BEB0-7F22-696FE6B9B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2B69B-01E4-9FCC-CDD5-566E59264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34E7-415E-03D9-D8B8-CB114B4E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9477F-F87B-4371-6374-E5151859D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518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A8D9-985F-4BD3-689E-D1C40C010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76ADC-49F9-1376-E8CE-E44B6B07DC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F979A-339D-4A58-9C52-2D15887A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EC1C4-6F47-5D23-03F7-1F50BA0B3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95681-ACDE-22DA-4FCF-F5D73C71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74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11096-F669-4CDE-01F9-7E303049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48614-2DA8-EC92-9D88-6C6AED3E5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E13F4-CE32-F914-DF32-26A3304C9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A06B7-A324-FE26-A427-ABB09C7E8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80286-B548-E97E-6CB7-7E671692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765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1765-9EC4-1FEE-1355-E4E71F5B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7CCA3-6408-7408-80C7-EFEC09741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5D637E-9E64-0CAB-A88F-143EFA47E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B96B8-9782-1F56-CED4-0AD2266F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D355E-9451-7106-059D-457E42B6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0A1B7-23A0-4898-3DA8-70CEEAD3A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936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E7EE6-D2E0-57DF-CBFF-44370E21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1CD3B-A3EF-A906-B937-AA1AFBE76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96E9B-C679-149D-6B23-7904E41D8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62C9B-3D18-FE53-6812-3113897904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626E9A-77AD-3CF3-D136-D4D4799265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DD56C-1D13-617B-30D5-0DA485529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599C22-1E7B-99EA-C3BE-43160A423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2B834F-4AF5-9566-81CF-6EB357688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53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C4F2C-D451-72C4-BE96-BEB3FD303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AD8B8-4E04-86AE-43AA-BE8F118E1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4B753-9761-F833-4F28-D1169B3B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122157-84EE-7AB5-68AC-3C0BB0D6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505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EB91F-7B81-886E-0B44-503A7CFBA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EDD5F8-FED9-37EB-A178-4912A1F31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BF4B8-7E53-498C-DC40-56CE0D6A3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55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CC0F9-27ED-4B2A-CE64-C8A61AB47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E2AF8-2FC1-BD6F-CE3F-97B74210B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8C97C-62BD-71E5-6D0B-2F180C994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B2E1B-2475-B7E7-A98A-0EC91960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2020A-5BF7-D4C9-151C-EE362242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7CBDE-2D78-9AC5-3CDD-CFADB331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603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E9E1-E7B4-4509-06FD-A1553DC92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76233-35CE-2C29-FDF2-2DE961E93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3590F-F34F-6DF5-7B7C-39E60038A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A80AA-64E1-B5AA-D305-AA2679C42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3A04F-E8EF-C605-FD6B-049BE5F84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8E9BDF-DE86-9EA0-29A6-6394128C9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497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A370-31F6-4C16-EBE5-FF00E306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09622-E90D-037B-A895-E9FD4FE41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BDA44-ADA4-A87D-0BA7-5BD7E63C3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E1389-7BE1-11E9-DDDA-73E5506F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24F4-4D7A-E3F6-035F-D1E7C8945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69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79C03C-3EFE-5F9E-4428-286DCB02B3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26943-17D4-A218-990F-5A045C026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BA608-4BDA-B5E7-87A4-8B422F09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A37BF-C2B9-364C-64D8-9AA74C565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69247-37B7-1795-30C2-30EEF4CEA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037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7E42CC-6AA8-D2D5-F509-38B607F3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2CEA-CE46-E105-3DC8-5486F489C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04A95-D8B6-59D0-68CF-554FA3196F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0C91A-F2E8-472C-944F-0CFB8007F308}" type="datetimeFigureOut">
              <a:rPr lang="en-IN" smtClean="0"/>
              <a:t>24-11-2024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F5025-3804-77A3-148F-A6D6EFFD2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7E59F-77A9-7030-9763-797C97AD8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28305-29A1-4209-BDAB-0FFCE8344C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6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2680933-867C-700D-F36E-1D2A8E573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50775"/>
              </p:ext>
            </p:extLst>
          </p:nvPr>
        </p:nvGraphicFramePr>
        <p:xfrm>
          <a:off x="752517" y="672806"/>
          <a:ext cx="4378723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422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578766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1053450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934922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947163">
                  <a:extLst>
                    <a:ext uri="{9D8B030D-6E8A-4147-A177-3AD203B41FA5}">
                      <a16:colId xmlns:a16="http://schemas.microsoft.com/office/drawing/2014/main" val="1262139974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 err="1">
                          <a:solidFill>
                            <a:schemeClr val="tx1"/>
                          </a:solidFill>
                        </a:rPr>
                        <a:t>Agent_ID</a:t>
                      </a:r>
                      <a:endParaRPr lang="en-IN" sz="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Registered_add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Contact_Details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Website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E63DEFF-A273-5E45-AC3F-D3050FF2EB08}"/>
              </a:ext>
            </a:extLst>
          </p:cNvPr>
          <p:cNvSpPr/>
          <p:nvPr/>
        </p:nvSpPr>
        <p:spPr>
          <a:xfrm rot="10800000" flipV="1">
            <a:off x="752516" y="470309"/>
            <a:ext cx="851356" cy="20249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Estate Agent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75512C4-D6B3-790A-45E1-89CB1E6578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443134"/>
              </p:ext>
            </p:extLst>
          </p:nvPr>
        </p:nvGraphicFramePr>
        <p:xfrm>
          <a:off x="3652564" y="1476858"/>
          <a:ext cx="3525189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150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502976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581362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953695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712006">
                  <a:extLst>
                    <a:ext uri="{9D8B030D-6E8A-4147-A177-3AD203B41FA5}">
                      <a16:colId xmlns:a16="http://schemas.microsoft.com/office/drawing/2014/main" val="1087133150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>
                          <a:solidFill>
                            <a:schemeClr val="tx1"/>
                          </a:solidFill>
                        </a:rPr>
                        <a:t>Branch Code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B_add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Manager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BContact_Details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Agent_id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10D48FE-8A0A-AD67-A800-A7D6711A0268}"/>
              </a:ext>
            </a:extLst>
          </p:cNvPr>
          <p:cNvSpPr/>
          <p:nvPr/>
        </p:nvSpPr>
        <p:spPr>
          <a:xfrm rot="10800000" flipV="1">
            <a:off x="3652562" y="1361275"/>
            <a:ext cx="851357" cy="11558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Branch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74C30DA-0952-ED28-24FB-187D1F68E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803356"/>
              </p:ext>
            </p:extLst>
          </p:nvPr>
        </p:nvGraphicFramePr>
        <p:xfrm>
          <a:off x="2446293" y="2292602"/>
          <a:ext cx="4731460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22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574830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574829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1051678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855713">
                  <a:extLst>
                    <a:ext uri="{9D8B030D-6E8A-4147-A177-3AD203B41FA5}">
                      <a16:colId xmlns:a16="http://schemas.microsoft.com/office/drawing/2014/main" val="1262139974"/>
                    </a:ext>
                  </a:extLst>
                </a:gridCol>
                <a:gridCol w="992888">
                  <a:extLst>
                    <a:ext uri="{9D8B030D-6E8A-4147-A177-3AD203B41FA5}">
                      <a16:colId xmlns:a16="http://schemas.microsoft.com/office/drawing/2014/main" val="4023820972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 err="1">
                          <a:solidFill>
                            <a:schemeClr val="tx1"/>
                          </a:solidFill>
                        </a:rPr>
                        <a:t>Staff_ID</a:t>
                      </a:r>
                      <a:endParaRPr lang="en-IN" sz="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Address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SContact_Details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Sbranch_code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SpersonaL_details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CC23FC6-35FD-9315-A95A-30C23E63A1DB}"/>
              </a:ext>
            </a:extLst>
          </p:cNvPr>
          <p:cNvSpPr/>
          <p:nvPr/>
        </p:nvSpPr>
        <p:spPr>
          <a:xfrm rot="10800000" flipV="1">
            <a:off x="2446292" y="2185547"/>
            <a:ext cx="661926" cy="10705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Staff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EA0CF8-1F65-63B7-7064-65F14E991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725207"/>
              </p:ext>
            </p:extLst>
          </p:nvPr>
        </p:nvGraphicFramePr>
        <p:xfrm>
          <a:off x="3904630" y="3810195"/>
          <a:ext cx="4835975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463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494652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494652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904988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780970">
                  <a:extLst>
                    <a:ext uri="{9D8B030D-6E8A-4147-A177-3AD203B41FA5}">
                      <a16:colId xmlns:a16="http://schemas.microsoft.com/office/drawing/2014/main" val="1262139974"/>
                    </a:ext>
                  </a:extLst>
                </a:gridCol>
                <a:gridCol w="731093">
                  <a:extLst>
                    <a:ext uri="{9D8B030D-6E8A-4147-A177-3AD203B41FA5}">
                      <a16:colId xmlns:a16="http://schemas.microsoft.com/office/drawing/2014/main" val="4023820972"/>
                    </a:ext>
                  </a:extLst>
                </a:gridCol>
                <a:gridCol w="843157">
                  <a:extLst>
                    <a:ext uri="{9D8B030D-6E8A-4147-A177-3AD203B41FA5}">
                      <a16:colId xmlns:a16="http://schemas.microsoft.com/office/drawing/2014/main" val="2168215638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>
                          <a:solidFill>
                            <a:schemeClr val="tx1"/>
                          </a:solidFill>
                        </a:rPr>
                        <a:t>P_ID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>
                          <a:solidFill>
                            <a:schemeClr val="tx1"/>
                          </a:solidFill>
                        </a:rPr>
                        <a:t>P_type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P_add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Accom_Details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Rental_price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Agent_id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5DA4DDF-BB65-0C7F-B888-7AA26E031BDC}"/>
              </a:ext>
            </a:extLst>
          </p:cNvPr>
          <p:cNvSpPr/>
          <p:nvPr/>
        </p:nvSpPr>
        <p:spPr>
          <a:xfrm rot="10800000" flipV="1">
            <a:off x="3904629" y="3705138"/>
            <a:ext cx="704382" cy="105057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Properties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A4151E89-2FD8-934E-EB34-B796D9371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455632"/>
              </p:ext>
            </p:extLst>
          </p:nvPr>
        </p:nvGraphicFramePr>
        <p:xfrm>
          <a:off x="4311800" y="5282217"/>
          <a:ext cx="4025989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5066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574830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986356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796924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672813">
                  <a:extLst>
                    <a:ext uri="{9D8B030D-6E8A-4147-A177-3AD203B41FA5}">
                      <a16:colId xmlns:a16="http://schemas.microsoft.com/office/drawing/2014/main" val="1262139974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 err="1">
                          <a:solidFill>
                            <a:schemeClr val="tx1"/>
                          </a:solidFill>
                        </a:rPr>
                        <a:t>Sale_id</a:t>
                      </a:r>
                      <a:endParaRPr lang="en-IN" sz="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SProp_id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Commission_paid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Selling_price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PCust_id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09305E97-C3DF-CA73-DEA5-8B9B2C0D44E8}"/>
              </a:ext>
            </a:extLst>
          </p:cNvPr>
          <p:cNvSpPr/>
          <p:nvPr/>
        </p:nvSpPr>
        <p:spPr>
          <a:xfrm rot="10800000" flipV="1">
            <a:off x="4321592" y="5177159"/>
            <a:ext cx="978742" cy="105058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Properties Sale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6C3C2A1-8A1E-F02C-AF7B-7AB7643FD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916158"/>
              </p:ext>
            </p:extLst>
          </p:nvPr>
        </p:nvGraphicFramePr>
        <p:xfrm>
          <a:off x="799262" y="4499754"/>
          <a:ext cx="4731460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22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741400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646683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813254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855713">
                  <a:extLst>
                    <a:ext uri="{9D8B030D-6E8A-4147-A177-3AD203B41FA5}">
                      <a16:colId xmlns:a16="http://schemas.microsoft.com/office/drawing/2014/main" val="1262139974"/>
                    </a:ext>
                  </a:extLst>
                </a:gridCol>
                <a:gridCol w="992888">
                  <a:extLst>
                    <a:ext uri="{9D8B030D-6E8A-4147-A177-3AD203B41FA5}">
                      <a16:colId xmlns:a16="http://schemas.microsoft.com/office/drawing/2014/main" val="4023820972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 err="1">
                          <a:solidFill>
                            <a:schemeClr val="tx1"/>
                          </a:solidFill>
                        </a:rPr>
                        <a:t>Viewing_ID</a:t>
                      </a:r>
                      <a:endParaRPr lang="en-IN" sz="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View_date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View_time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VProp_id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</a:rPr>
                        <a:t>Vcust_id</a:t>
                      </a:r>
                      <a:endParaRPr lang="en-IN" sz="800" b="0" i="1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Comments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09C4B5B-9C38-E3D1-5378-15970D8447E4}"/>
              </a:ext>
            </a:extLst>
          </p:cNvPr>
          <p:cNvSpPr/>
          <p:nvPr/>
        </p:nvSpPr>
        <p:spPr>
          <a:xfrm rot="10800000" flipV="1">
            <a:off x="801443" y="4390522"/>
            <a:ext cx="661926" cy="10705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Viewing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87B3FAF-9D69-8012-3F48-461E71C4A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170194"/>
              </p:ext>
            </p:extLst>
          </p:nvPr>
        </p:nvGraphicFramePr>
        <p:xfrm>
          <a:off x="1286832" y="3078096"/>
          <a:ext cx="4731460" cy="182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522">
                  <a:extLst>
                    <a:ext uri="{9D8B030D-6E8A-4147-A177-3AD203B41FA5}">
                      <a16:colId xmlns:a16="http://schemas.microsoft.com/office/drawing/2014/main" val="2661511881"/>
                    </a:ext>
                  </a:extLst>
                </a:gridCol>
                <a:gridCol w="741400">
                  <a:extLst>
                    <a:ext uri="{9D8B030D-6E8A-4147-A177-3AD203B41FA5}">
                      <a16:colId xmlns:a16="http://schemas.microsoft.com/office/drawing/2014/main" val="2531618692"/>
                    </a:ext>
                  </a:extLst>
                </a:gridCol>
                <a:gridCol w="646683">
                  <a:extLst>
                    <a:ext uri="{9D8B030D-6E8A-4147-A177-3AD203B41FA5}">
                      <a16:colId xmlns:a16="http://schemas.microsoft.com/office/drawing/2014/main" val="2921782904"/>
                    </a:ext>
                  </a:extLst>
                </a:gridCol>
                <a:gridCol w="813254">
                  <a:extLst>
                    <a:ext uri="{9D8B030D-6E8A-4147-A177-3AD203B41FA5}">
                      <a16:colId xmlns:a16="http://schemas.microsoft.com/office/drawing/2014/main" val="1554025013"/>
                    </a:ext>
                  </a:extLst>
                </a:gridCol>
                <a:gridCol w="855713">
                  <a:extLst>
                    <a:ext uri="{9D8B030D-6E8A-4147-A177-3AD203B41FA5}">
                      <a16:colId xmlns:a16="http://schemas.microsoft.com/office/drawing/2014/main" val="1262139974"/>
                    </a:ext>
                  </a:extLst>
                </a:gridCol>
                <a:gridCol w="992888">
                  <a:extLst>
                    <a:ext uri="{9D8B030D-6E8A-4147-A177-3AD203B41FA5}">
                      <a16:colId xmlns:a16="http://schemas.microsoft.com/office/drawing/2014/main" val="4023820972"/>
                    </a:ext>
                  </a:extLst>
                </a:gridCol>
              </a:tblGrid>
              <a:tr h="182247">
                <a:tc>
                  <a:txBody>
                    <a:bodyPr/>
                    <a:lstStyle/>
                    <a:p>
                      <a:pPr algn="ctr"/>
                      <a:r>
                        <a:rPr lang="en-IN" sz="800" b="0" u="sng" dirty="0" err="1">
                          <a:solidFill>
                            <a:schemeClr val="tx1"/>
                          </a:solidFill>
                        </a:rPr>
                        <a:t>Cust_ID</a:t>
                      </a:r>
                      <a:endParaRPr lang="en-IN" sz="800" b="0" u="sng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CName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C_DOB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</a:rPr>
                        <a:t>C_add</a:t>
                      </a:r>
                      <a:endParaRPr lang="en-IN" sz="800" b="0" dirty="0">
                        <a:solidFill>
                          <a:schemeClr val="tx1"/>
                        </a:solidFill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Gender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</a:rPr>
                        <a:t>withdrawal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75494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C6ED0D36-3BA5-D12A-6D2B-A643D5B2C6EB}"/>
              </a:ext>
            </a:extLst>
          </p:cNvPr>
          <p:cNvSpPr/>
          <p:nvPr/>
        </p:nvSpPr>
        <p:spPr>
          <a:xfrm rot="10800000" flipV="1">
            <a:off x="1286830" y="2958048"/>
            <a:ext cx="661926" cy="10705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Customer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F430496-39DE-6443-30BD-CA00E531D4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85123"/>
              </p:ext>
            </p:extLst>
          </p:nvPr>
        </p:nvGraphicFramePr>
        <p:xfrm>
          <a:off x="6189331" y="4585702"/>
          <a:ext cx="5913777" cy="304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06">
                  <a:extLst>
                    <a:ext uri="{9D8B030D-6E8A-4147-A177-3AD203B41FA5}">
                      <a16:colId xmlns:a16="http://schemas.microsoft.com/office/drawing/2014/main" val="2565160636"/>
                    </a:ext>
                  </a:extLst>
                </a:gridCol>
                <a:gridCol w="808784">
                  <a:extLst>
                    <a:ext uri="{9D8B030D-6E8A-4147-A177-3AD203B41FA5}">
                      <a16:colId xmlns:a16="http://schemas.microsoft.com/office/drawing/2014/main" val="3591776578"/>
                    </a:ext>
                  </a:extLst>
                </a:gridCol>
                <a:gridCol w="641354">
                  <a:extLst>
                    <a:ext uri="{9D8B030D-6E8A-4147-A177-3AD203B41FA5}">
                      <a16:colId xmlns:a16="http://schemas.microsoft.com/office/drawing/2014/main" val="1749810666"/>
                    </a:ext>
                  </a:extLst>
                </a:gridCol>
                <a:gridCol w="607491">
                  <a:extLst>
                    <a:ext uri="{9D8B030D-6E8A-4147-A177-3AD203B41FA5}">
                      <a16:colId xmlns:a16="http://schemas.microsoft.com/office/drawing/2014/main" val="1733749075"/>
                    </a:ext>
                  </a:extLst>
                </a:gridCol>
                <a:gridCol w="823052">
                  <a:extLst>
                    <a:ext uri="{9D8B030D-6E8A-4147-A177-3AD203B41FA5}">
                      <a16:colId xmlns:a16="http://schemas.microsoft.com/office/drawing/2014/main" val="1499966025"/>
                    </a:ext>
                  </a:extLst>
                </a:gridCol>
                <a:gridCol w="705854">
                  <a:extLst>
                    <a:ext uri="{9D8B030D-6E8A-4147-A177-3AD203B41FA5}">
                      <a16:colId xmlns:a16="http://schemas.microsoft.com/office/drawing/2014/main" val="2793124769"/>
                    </a:ext>
                  </a:extLst>
                </a:gridCol>
                <a:gridCol w="731220">
                  <a:extLst>
                    <a:ext uri="{9D8B030D-6E8A-4147-A177-3AD203B41FA5}">
                      <a16:colId xmlns:a16="http://schemas.microsoft.com/office/drawing/2014/main" val="1901540242"/>
                    </a:ext>
                  </a:extLst>
                </a:gridCol>
                <a:gridCol w="653216">
                  <a:extLst>
                    <a:ext uri="{9D8B030D-6E8A-4147-A177-3AD203B41FA5}">
                      <a16:colId xmlns:a16="http://schemas.microsoft.com/office/drawing/2014/main" val="458373501"/>
                    </a:ext>
                  </a:extLst>
                </a:gridCol>
              </a:tblGrid>
              <a:tr h="3037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800" b="0" u="sng" dirty="0" err="1">
                          <a:solidFill>
                            <a:schemeClr val="tx1"/>
                          </a:solidFill>
                          <a:latin typeface="+mn-lt"/>
                        </a:rPr>
                        <a:t>Rent_id</a:t>
                      </a:r>
                      <a:endParaRPr lang="en-IN" sz="800" b="0" u="sng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algn="ctr"/>
                      <a:endParaRPr lang="en-IN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  <a:latin typeface="+mn-lt"/>
                        </a:rPr>
                        <a:t>Property_id</a:t>
                      </a:r>
                      <a:endParaRPr lang="en-IN" sz="8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  <a:latin typeface="+mn-lt"/>
                        </a:rPr>
                        <a:t>Deposit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i="1" dirty="0" err="1">
                          <a:solidFill>
                            <a:schemeClr val="tx1"/>
                          </a:solidFill>
                          <a:latin typeface="+mn-lt"/>
                        </a:rPr>
                        <a:t>Tenant_id</a:t>
                      </a:r>
                      <a:endParaRPr lang="en-IN" sz="800" b="0" i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Ten_enddate</a:t>
                      </a:r>
                      <a:endParaRPr lang="en-IN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Ten_startdate</a:t>
                      </a:r>
                      <a:endParaRPr lang="en-IN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Monthly_rent</a:t>
                      </a:r>
                      <a:endParaRPr lang="en-IN" sz="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800" b="0" dirty="0">
                          <a:solidFill>
                            <a:schemeClr val="tx1"/>
                          </a:solidFill>
                          <a:latin typeface="+mn-lt"/>
                        </a:rPr>
                        <a:t>Commission</a:t>
                      </a:r>
                    </a:p>
                  </a:txBody>
                  <a:tcPr marL="60749" marR="60749" marT="30375" marB="3037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635658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2321B3F5-E1AB-AFEB-2930-A6414D713B49}"/>
              </a:ext>
            </a:extLst>
          </p:cNvPr>
          <p:cNvSpPr/>
          <p:nvPr/>
        </p:nvSpPr>
        <p:spPr>
          <a:xfrm rot="10800000" flipV="1">
            <a:off x="6191511" y="4481422"/>
            <a:ext cx="936280" cy="9372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797" dirty="0"/>
              <a:t>Property Rent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A699389-3F49-F76F-C168-B6A19A38AFD7}"/>
              </a:ext>
            </a:extLst>
          </p:cNvPr>
          <p:cNvCxnSpPr/>
          <p:nvPr/>
        </p:nvCxnSpPr>
        <p:spPr>
          <a:xfrm>
            <a:off x="6912077" y="1161728"/>
            <a:ext cx="0" cy="3151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1C4901A-11FD-E586-4C81-44F1C3BFB4CC}"/>
              </a:ext>
            </a:extLst>
          </p:cNvPr>
          <p:cNvCxnSpPr>
            <a:cxnSpLocks/>
            <a:endCxn id="4" idx="1"/>
          </p:cNvCxnSpPr>
          <p:nvPr/>
        </p:nvCxnSpPr>
        <p:spPr>
          <a:xfrm rot="10800000">
            <a:off x="3652564" y="1568193"/>
            <a:ext cx="2217294" cy="411912"/>
          </a:xfrm>
          <a:prstGeom prst="bentConnector3">
            <a:avLst>
              <a:gd name="adj1" fmla="val 11031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7EFEAED-8572-6FE2-54E4-F62FF8CB129C}"/>
              </a:ext>
            </a:extLst>
          </p:cNvPr>
          <p:cNvCxnSpPr/>
          <p:nvPr/>
        </p:nvCxnSpPr>
        <p:spPr>
          <a:xfrm>
            <a:off x="5860026" y="1953683"/>
            <a:ext cx="0" cy="3389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5668EF-03EA-105E-94CF-C14DA88019C6}"/>
              </a:ext>
            </a:extLst>
          </p:cNvPr>
          <p:cNvCxnSpPr>
            <a:cxnSpLocks/>
          </p:cNvCxnSpPr>
          <p:nvPr/>
        </p:nvCxnSpPr>
        <p:spPr>
          <a:xfrm flipV="1">
            <a:off x="11523406" y="2809568"/>
            <a:ext cx="0" cy="10919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346B200-530C-D130-24A7-B8EF79B40BDF}"/>
              </a:ext>
            </a:extLst>
          </p:cNvPr>
          <p:cNvCxnSpPr>
            <a:cxnSpLocks/>
          </p:cNvCxnSpPr>
          <p:nvPr/>
        </p:nvCxnSpPr>
        <p:spPr>
          <a:xfrm flipH="1">
            <a:off x="305138" y="2809568"/>
            <a:ext cx="112182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BBC053-365D-787E-A096-FA813888361B}"/>
              </a:ext>
            </a:extLst>
          </p:cNvPr>
          <p:cNvCxnSpPr>
            <a:cxnSpLocks/>
          </p:cNvCxnSpPr>
          <p:nvPr/>
        </p:nvCxnSpPr>
        <p:spPr>
          <a:xfrm flipV="1">
            <a:off x="324465" y="764141"/>
            <a:ext cx="19328" cy="2045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D401B35-E4D6-5C8A-A512-0F10DDCDC2E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363120" y="764141"/>
            <a:ext cx="3893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61E9733E-E1D8-0979-8FD8-BC15E34505BC}"/>
              </a:ext>
            </a:extLst>
          </p:cNvPr>
          <p:cNvCxnSpPr>
            <a:endCxn id="8" idx="1"/>
          </p:cNvCxnSpPr>
          <p:nvPr/>
        </p:nvCxnSpPr>
        <p:spPr>
          <a:xfrm flipV="1">
            <a:off x="3274142" y="3901530"/>
            <a:ext cx="630488" cy="5960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B0D1D0F-1B38-8E4C-59C9-75ABCDE6ECE5}"/>
              </a:ext>
            </a:extLst>
          </p:cNvPr>
          <p:cNvCxnSpPr>
            <a:cxnSpLocks/>
          </p:cNvCxnSpPr>
          <p:nvPr/>
        </p:nvCxnSpPr>
        <p:spPr>
          <a:xfrm flipV="1">
            <a:off x="462116" y="3263912"/>
            <a:ext cx="0" cy="16718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DB2F8D5-51A2-03E8-CA09-15EC78E0BD82}"/>
              </a:ext>
            </a:extLst>
          </p:cNvPr>
          <p:cNvCxnSpPr>
            <a:cxnSpLocks/>
          </p:cNvCxnSpPr>
          <p:nvPr/>
        </p:nvCxnSpPr>
        <p:spPr>
          <a:xfrm flipV="1">
            <a:off x="452453" y="3257524"/>
            <a:ext cx="824716" cy="63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D99749E-9831-0AE0-33AA-238AB69033B9}"/>
              </a:ext>
            </a:extLst>
          </p:cNvPr>
          <p:cNvCxnSpPr/>
          <p:nvPr/>
        </p:nvCxnSpPr>
        <p:spPr>
          <a:xfrm>
            <a:off x="462116" y="4935794"/>
            <a:ext cx="344251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112C55D-B3F7-D13F-32B9-7C31916D0F25}"/>
              </a:ext>
            </a:extLst>
          </p:cNvPr>
          <p:cNvCxnSpPr/>
          <p:nvPr/>
        </p:nvCxnSpPr>
        <p:spPr>
          <a:xfrm flipV="1">
            <a:off x="3904628" y="4682424"/>
            <a:ext cx="0" cy="2533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71D5D51-4953-DAD6-70F4-532783867F58}"/>
              </a:ext>
            </a:extLst>
          </p:cNvPr>
          <p:cNvCxnSpPr/>
          <p:nvPr/>
        </p:nvCxnSpPr>
        <p:spPr>
          <a:xfrm flipV="1">
            <a:off x="5860026" y="4390522"/>
            <a:ext cx="0" cy="89169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A9A4C64-5EDE-3197-E91A-806C867C45B4}"/>
              </a:ext>
            </a:extLst>
          </p:cNvPr>
          <p:cNvCxnSpPr/>
          <p:nvPr/>
        </p:nvCxnSpPr>
        <p:spPr>
          <a:xfrm flipH="1">
            <a:off x="4090219" y="4390522"/>
            <a:ext cx="17796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6E8E2DB-BF34-9B92-3EA8-E46D61BE73AC}"/>
              </a:ext>
            </a:extLst>
          </p:cNvPr>
          <p:cNvCxnSpPr/>
          <p:nvPr/>
        </p:nvCxnSpPr>
        <p:spPr>
          <a:xfrm flipV="1">
            <a:off x="4090219" y="3992865"/>
            <a:ext cx="0" cy="39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68B11B7-83CD-6A5F-EAB6-AAA8298C4CAB}"/>
              </a:ext>
            </a:extLst>
          </p:cNvPr>
          <p:cNvCxnSpPr/>
          <p:nvPr/>
        </p:nvCxnSpPr>
        <p:spPr>
          <a:xfrm>
            <a:off x="7973961" y="5464887"/>
            <a:ext cx="0" cy="1198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C955713-9450-7C20-6743-763D6195F9A1}"/>
              </a:ext>
            </a:extLst>
          </p:cNvPr>
          <p:cNvCxnSpPr/>
          <p:nvPr/>
        </p:nvCxnSpPr>
        <p:spPr>
          <a:xfrm flipH="1">
            <a:off x="235974" y="5584723"/>
            <a:ext cx="77379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E62A14B8-61CD-A072-AD88-2254CCB6E36F}"/>
              </a:ext>
            </a:extLst>
          </p:cNvPr>
          <p:cNvCxnSpPr/>
          <p:nvPr/>
        </p:nvCxnSpPr>
        <p:spPr>
          <a:xfrm flipV="1">
            <a:off x="235974" y="3169431"/>
            <a:ext cx="0" cy="24152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DDD5E1ED-9053-1FC7-79D8-64B854796C79}"/>
              </a:ext>
            </a:extLst>
          </p:cNvPr>
          <p:cNvCxnSpPr>
            <a:endCxn id="14" idx="1"/>
          </p:cNvCxnSpPr>
          <p:nvPr/>
        </p:nvCxnSpPr>
        <p:spPr>
          <a:xfrm>
            <a:off x="235974" y="3169431"/>
            <a:ext cx="10508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31C17AD-C456-4978-8A6E-E7590111D152}"/>
              </a:ext>
            </a:extLst>
          </p:cNvPr>
          <p:cNvCxnSpPr/>
          <p:nvPr/>
        </p:nvCxnSpPr>
        <p:spPr>
          <a:xfrm>
            <a:off x="8740605" y="3901530"/>
            <a:ext cx="27828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2A5FDA18-3AA7-9602-631F-760B902BED8C}"/>
              </a:ext>
            </a:extLst>
          </p:cNvPr>
          <p:cNvCxnSpPr>
            <a:cxnSpLocks/>
          </p:cNvCxnSpPr>
          <p:nvPr/>
        </p:nvCxnSpPr>
        <p:spPr>
          <a:xfrm flipV="1">
            <a:off x="7660279" y="4188542"/>
            <a:ext cx="0" cy="3866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7F94EC9-9F89-A252-9793-84293332E76D}"/>
              </a:ext>
            </a:extLst>
          </p:cNvPr>
          <p:cNvCxnSpPr>
            <a:cxnSpLocks/>
          </p:cNvCxnSpPr>
          <p:nvPr/>
        </p:nvCxnSpPr>
        <p:spPr>
          <a:xfrm flipH="1">
            <a:off x="4321591" y="4188542"/>
            <a:ext cx="334757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ED5FA80-BDE1-9F06-A6C9-B0CA6B900F81}"/>
              </a:ext>
            </a:extLst>
          </p:cNvPr>
          <p:cNvCxnSpPr/>
          <p:nvPr/>
        </p:nvCxnSpPr>
        <p:spPr>
          <a:xfrm flipV="1">
            <a:off x="4321591" y="3992865"/>
            <a:ext cx="0" cy="195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A23B2240-0100-5FB4-CAD1-307592E9B5DD}"/>
              </a:ext>
            </a:extLst>
          </p:cNvPr>
          <p:cNvCxnSpPr/>
          <p:nvPr/>
        </p:nvCxnSpPr>
        <p:spPr>
          <a:xfrm flipH="1">
            <a:off x="1277169" y="1161728"/>
            <a:ext cx="563490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A4A7A61-3F5F-8619-8406-81F5B6445299}"/>
              </a:ext>
            </a:extLst>
          </p:cNvPr>
          <p:cNvCxnSpPr/>
          <p:nvPr/>
        </p:nvCxnSpPr>
        <p:spPr>
          <a:xfrm flipV="1">
            <a:off x="1277169" y="855476"/>
            <a:ext cx="0" cy="306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920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2940</TotalTime>
  <Words>130</Words>
  <Application>Microsoft Office PowerPoint</Application>
  <PresentationFormat>Widescreen</PresentationFormat>
  <Paragraphs>56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Srinithi Anand P</dc:creator>
  <cp:lastModifiedBy>Srinithi Anand P</cp:lastModifiedBy>
  <cp:revision>77</cp:revision>
  <dcterms:created xsi:type="dcterms:W3CDTF">2024-11-22T01:26:19Z</dcterms:created>
  <dcterms:modified xsi:type="dcterms:W3CDTF">2024-11-24T02:44:25Z</dcterms:modified>
</cp:coreProperties>
</file>