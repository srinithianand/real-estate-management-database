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04D39-7699-42E8-A095-1BDEC2FAF662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7D6F4-4675-4983-9F83-0B23310674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16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7D6F4-4675-4983-9F83-0B23310674A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984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FB3C-0214-DA56-8346-26ED25BAE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5BE8FB-1681-558D-7456-86D1F7E77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0C4FA-80D9-9E87-8D1E-AF1043DF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0A396-A879-11F1-DDD3-3413F695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712B7-64C8-616E-082C-D23F494D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63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477C-3365-1EF0-7A4B-16C88ACD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79CEC-F252-855E-E191-A83FD2E78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EA9F6-756F-3171-4B8F-46A06AD1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A4639-3198-8CC1-7594-7A20386E0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DB9DE-FFC1-FD09-01A6-842FA55F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95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0AF0-E463-3C07-795A-143FE23F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603AD-00D8-5027-0FFC-C5C0E8EB9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EC53E-40CD-1A91-138C-832C4E3B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8AB43-764D-403D-A0B6-60FFAC86C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20BDD-AAAB-15F9-BF29-98A67D3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5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D8DB6-206F-EC74-9DFD-841094A0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5C234-5811-FBE9-56FB-A186C0FE8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F6F26-D242-9CFA-2982-CB3491E65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05990-F527-36F7-949F-2E7819B3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7484A-90F8-7BB6-F002-983C32B6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41966-D73E-001D-20A6-E5B9E781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8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EA48-B6AB-D8C4-BD07-495A226F9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15FC8-617A-E3E9-1E53-6199885B2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7F4E1-9C7C-6507-A0AD-107A6A2AC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86D4D-F645-3C49-6608-E4004B911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7B69EC-DDF7-8AA2-BA10-3D703CE80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0AAF83-2BD2-313A-484F-A3B64A7F4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E8724-DD80-2238-95E5-AD22373F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EF557B-0A97-B707-4082-6BF749CE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98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9EC2-98C9-6487-F9AF-155C4478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761285-AB94-EB75-A737-C076B962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7CC5F-38AB-BBC4-F297-941ED4FF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C9FC1-C958-59AA-B70A-5942A7FE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96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CDBB76-B870-EE75-9A92-C8818DCC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4BDEAD-C80E-8AA4-1FE6-86FAB92DF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B362-8007-A5D5-890F-C7AE22D7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13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0F91C-4624-6148-6EA4-BC8D1A26E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8C60F-37DE-E32D-4F82-5E5747B63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88A7F-59A9-D8B1-0E0B-E418656C4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D1318-10CF-4F94-3336-C2AD43C4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DB21F-DA8B-7CA9-34ED-A7B1B4A5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F0F50-3BE0-CFAD-A06E-3439925F6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107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53FE-F463-73DA-B337-B2F91C13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001EC0-76F1-7C5B-14CF-A6716592F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7523E-D18B-A426-1787-7DC50C51A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9C762-B46F-83CE-BF9A-23C1F1A9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1C20D-3537-28BE-DC9F-779C061C9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7BEFA-D8C0-9898-BAB1-60C9B640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38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9A4A-FAAE-6CFA-6CFB-720A6AAF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4D596-9CBB-51BA-F9D5-47172463B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564E9-0E78-8206-68BD-EF21B0E4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8EC9F-CC27-7D97-A9AD-D3376A90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0764C-3DBC-3095-799D-53643034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71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90E30E-DD30-300B-1716-759FFCAC8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86115-5E29-60A0-8C56-B4CF76380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75EBD-EC22-1A27-C9AC-54A6E6CD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9577B-AA0C-578C-3E3B-F7AD7A22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B08F2-6CCD-65BF-A70B-B8D848D4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3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B33AB-468A-1030-D227-E5BB09EA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EC036-BF90-73E4-D417-91206DE8E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9B3C4-B70E-DD07-FAC2-A11A48522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0E9BC-362F-4D4C-B3F2-0F55EDC4597F}" type="datetimeFigureOut">
              <a:rPr lang="en-IN" smtClean="0"/>
              <a:t>22-11-2024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5991D-975E-5E69-5930-7803FEE87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CB42D-5818-6274-8856-6FE8DDB15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9D179-CB4C-4A69-8179-DB3D922EB7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95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0E9F53-054C-8E80-5381-5CD1FBA27226}"/>
              </a:ext>
            </a:extLst>
          </p:cNvPr>
          <p:cNvSpPr/>
          <p:nvPr/>
        </p:nvSpPr>
        <p:spPr>
          <a:xfrm>
            <a:off x="1736362" y="765261"/>
            <a:ext cx="1334007" cy="233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Estate Agent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7687E8-1B82-773C-8124-35015502A9FC}"/>
              </a:ext>
            </a:extLst>
          </p:cNvPr>
          <p:cNvSpPr/>
          <p:nvPr/>
        </p:nvSpPr>
        <p:spPr>
          <a:xfrm>
            <a:off x="271357" y="179012"/>
            <a:ext cx="1334007" cy="23386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/>
              <a:t>Agent ID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30E198-5BF6-5947-7DA0-69F88944EA6F}"/>
              </a:ext>
            </a:extLst>
          </p:cNvPr>
          <p:cNvSpPr/>
          <p:nvPr/>
        </p:nvSpPr>
        <p:spPr>
          <a:xfrm>
            <a:off x="201384" y="653488"/>
            <a:ext cx="1233955" cy="23386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Name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46CB95-2F22-8CA6-D7C5-76E487F7B9BD}"/>
              </a:ext>
            </a:extLst>
          </p:cNvPr>
          <p:cNvSpPr/>
          <p:nvPr/>
        </p:nvSpPr>
        <p:spPr>
          <a:xfrm>
            <a:off x="102767" y="1126982"/>
            <a:ext cx="1571627" cy="39642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Registered Address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B76C17-B2BB-963B-518A-6B91DEE1D020}"/>
              </a:ext>
            </a:extLst>
          </p:cNvPr>
          <p:cNvSpPr/>
          <p:nvPr/>
        </p:nvSpPr>
        <p:spPr>
          <a:xfrm>
            <a:off x="2158362" y="84195"/>
            <a:ext cx="1373532" cy="31656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Contact Details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6BED11-BB24-2476-8FFF-F9BCDB122226}"/>
              </a:ext>
            </a:extLst>
          </p:cNvPr>
          <p:cNvSpPr/>
          <p:nvPr/>
        </p:nvSpPr>
        <p:spPr>
          <a:xfrm>
            <a:off x="2377094" y="1456384"/>
            <a:ext cx="1334007" cy="20533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Website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F3F189-C4B0-5709-8BE3-A911F6CD974D}"/>
              </a:ext>
            </a:extLst>
          </p:cNvPr>
          <p:cNvSpPr/>
          <p:nvPr/>
        </p:nvSpPr>
        <p:spPr>
          <a:xfrm>
            <a:off x="42807" y="4549389"/>
            <a:ext cx="1573163" cy="3539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Viewing Date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99E308-ADE6-FED9-C5D4-D003E8AFCAFE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2403366" y="999121"/>
            <a:ext cx="640732" cy="4572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6E9D1C-DF02-E59F-A145-3B6844595326}"/>
              </a:ext>
            </a:extLst>
          </p:cNvPr>
          <p:cNvCxnSpPr>
            <a:cxnSpLocks/>
            <a:stCxn id="3" idx="2"/>
            <a:endCxn id="8" idx="6"/>
          </p:cNvCxnSpPr>
          <p:nvPr/>
        </p:nvCxnSpPr>
        <p:spPr>
          <a:xfrm flipH="1">
            <a:off x="1674394" y="999121"/>
            <a:ext cx="728972" cy="3260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9DDE3E-2AA1-4418-D051-5E3BD8F7B0A9}"/>
              </a:ext>
            </a:extLst>
          </p:cNvPr>
          <p:cNvCxnSpPr>
            <a:cxnSpLocks/>
            <a:stCxn id="3" idx="1"/>
            <a:endCxn id="7" idx="6"/>
          </p:cNvCxnSpPr>
          <p:nvPr/>
        </p:nvCxnSpPr>
        <p:spPr>
          <a:xfrm flipH="1" flipV="1">
            <a:off x="1435339" y="770418"/>
            <a:ext cx="301023" cy="1117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2B3E8B-631F-03C4-60AD-DE379FDB3B73}"/>
              </a:ext>
            </a:extLst>
          </p:cNvPr>
          <p:cNvCxnSpPr>
            <a:cxnSpLocks/>
            <a:stCxn id="3" idx="0"/>
            <a:endCxn id="4" idx="5"/>
          </p:cNvCxnSpPr>
          <p:nvPr/>
        </p:nvCxnSpPr>
        <p:spPr>
          <a:xfrm flipH="1" flipV="1">
            <a:off x="1410003" y="378624"/>
            <a:ext cx="993363" cy="3866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77BD884-E5AB-1400-863F-B07B0D7B0662}"/>
              </a:ext>
            </a:extLst>
          </p:cNvPr>
          <p:cNvCxnSpPr>
            <a:stCxn id="3" idx="3"/>
            <a:endCxn id="3" idx="3"/>
          </p:cNvCxnSpPr>
          <p:nvPr/>
        </p:nvCxnSpPr>
        <p:spPr>
          <a:xfrm>
            <a:off x="3070369" y="88219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11AFEAB-C215-5ED9-480C-C3A2AB18A352}"/>
              </a:ext>
            </a:extLst>
          </p:cNvPr>
          <p:cNvCxnSpPr>
            <a:cxnSpLocks/>
            <a:stCxn id="3" idx="0"/>
            <a:endCxn id="9" idx="4"/>
          </p:cNvCxnSpPr>
          <p:nvPr/>
        </p:nvCxnSpPr>
        <p:spPr>
          <a:xfrm flipV="1">
            <a:off x="2403366" y="400762"/>
            <a:ext cx="441762" cy="364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C50FB9B-8E16-CFE1-A4F0-5E6232B067F4}"/>
              </a:ext>
            </a:extLst>
          </p:cNvPr>
          <p:cNvSpPr/>
          <p:nvPr/>
        </p:nvSpPr>
        <p:spPr>
          <a:xfrm>
            <a:off x="5499831" y="651077"/>
            <a:ext cx="1455174" cy="4031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Branch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42295BC-AA0B-2143-B0EB-C54FEBCB0BC0}"/>
              </a:ext>
            </a:extLst>
          </p:cNvPr>
          <p:cNvSpPr/>
          <p:nvPr/>
        </p:nvSpPr>
        <p:spPr>
          <a:xfrm>
            <a:off x="6174358" y="1331021"/>
            <a:ext cx="1134010" cy="30471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Manager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DEA9986-5F43-8944-B2FE-291FB1E9F2B8}"/>
              </a:ext>
            </a:extLst>
          </p:cNvPr>
          <p:cNvSpPr/>
          <p:nvPr/>
        </p:nvSpPr>
        <p:spPr>
          <a:xfrm>
            <a:off x="5393712" y="27657"/>
            <a:ext cx="1242305" cy="44649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i="1" u="sng" dirty="0"/>
              <a:t>Branch</a:t>
            </a:r>
            <a:r>
              <a:rPr lang="en-IN" sz="1200" u="sng" dirty="0"/>
              <a:t> </a:t>
            </a:r>
            <a:r>
              <a:rPr lang="en-IN" sz="1200" i="1" u="sng" dirty="0"/>
              <a:t>Code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580E69A-FE1F-6045-C5F7-B0FDDE070A0E}"/>
              </a:ext>
            </a:extLst>
          </p:cNvPr>
          <p:cNvSpPr/>
          <p:nvPr/>
        </p:nvSpPr>
        <p:spPr>
          <a:xfrm>
            <a:off x="7023406" y="104021"/>
            <a:ext cx="1106134" cy="3539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Address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A2BDD07-ECE6-FEE0-F9E2-56FEBDCC373D}"/>
              </a:ext>
            </a:extLst>
          </p:cNvPr>
          <p:cNvSpPr/>
          <p:nvPr/>
        </p:nvSpPr>
        <p:spPr>
          <a:xfrm>
            <a:off x="7885228" y="504596"/>
            <a:ext cx="1229272" cy="52133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Contact Details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F848C88-0127-4217-F135-15C066D58A3A}"/>
              </a:ext>
            </a:extLst>
          </p:cNvPr>
          <p:cNvCxnSpPr>
            <a:cxnSpLocks/>
            <a:stCxn id="44" idx="0"/>
            <a:endCxn id="46" idx="4"/>
          </p:cNvCxnSpPr>
          <p:nvPr/>
        </p:nvCxnSpPr>
        <p:spPr>
          <a:xfrm flipH="1" flipV="1">
            <a:off x="6014865" y="474151"/>
            <a:ext cx="212553" cy="1769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139329B-7AA1-7297-0620-F950B1032862}"/>
              </a:ext>
            </a:extLst>
          </p:cNvPr>
          <p:cNvCxnSpPr>
            <a:stCxn id="44" idx="3"/>
            <a:endCxn id="47" idx="3"/>
          </p:cNvCxnSpPr>
          <p:nvPr/>
        </p:nvCxnSpPr>
        <p:spPr>
          <a:xfrm flipV="1">
            <a:off x="6955005" y="406143"/>
            <a:ext cx="230391" cy="446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3797D52-5223-9F2F-34F4-1F3FBAE33C64}"/>
              </a:ext>
            </a:extLst>
          </p:cNvPr>
          <p:cNvCxnSpPr>
            <a:cxnSpLocks/>
            <a:stCxn id="44" idx="3"/>
            <a:endCxn id="48" idx="2"/>
          </p:cNvCxnSpPr>
          <p:nvPr/>
        </p:nvCxnSpPr>
        <p:spPr>
          <a:xfrm flipV="1">
            <a:off x="6955005" y="765261"/>
            <a:ext cx="930223" cy="87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580AA5E-2242-C0BD-3D7E-4627D9E33FBD}"/>
              </a:ext>
            </a:extLst>
          </p:cNvPr>
          <p:cNvCxnSpPr>
            <a:cxnSpLocks/>
            <a:stCxn id="44" idx="2"/>
            <a:endCxn id="45" idx="1"/>
          </p:cNvCxnSpPr>
          <p:nvPr/>
        </p:nvCxnSpPr>
        <p:spPr>
          <a:xfrm>
            <a:off x="6227418" y="1054199"/>
            <a:ext cx="113012" cy="3214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8284D07E-411A-B62F-EB66-D5AA1D114B88}"/>
              </a:ext>
            </a:extLst>
          </p:cNvPr>
          <p:cNvSpPr/>
          <p:nvPr/>
        </p:nvSpPr>
        <p:spPr>
          <a:xfrm>
            <a:off x="1926508" y="5229229"/>
            <a:ext cx="1455174" cy="4031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Viewing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36E8A03-E828-A4BC-2352-E59423ED9CD0}"/>
              </a:ext>
            </a:extLst>
          </p:cNvPr>
          <p:cNvSpPr/>
          <p:nvPr/>
        </p:nvSpPr>
        <p:spPr>
          <a:xfrm>
            <a:off x="42807" y="5229229"/>
            <a:ext cx="1240930" cy="33543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/>
              <a:t>Viewing ID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2EBB9EE-1330-1BED-227C-14CD24B0D3A4}"/>
              </a:ext>
            </a:extLst>
          </p:cNvPr>
          <p:cNvSpPr/>
          <p:nvPr/>
        </p:nvSpPr>
        <p:spPr>
          <a:xfrm>
            <a:off x="2113320" y="4580842"/>
            <a:ext cx="1936959" cy="3539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Viewing Time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55EFE30-321D-F12A-4D46-2E01E0A4BE08}"/>
              </a:ext>
            </a:extLst>
          </p:cNvPr>
          <p:cNvSpPr/>
          <p:nvPr/>
        </p:nvSpPr>
        <p:spPr>
          <a:xfrm>
            <a:off x="89125" y="5654259"/>
            <a:ext cx="1236549" cy="3539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Comments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E18523A-BC1B-FB80-A626-CED69FA59DED}"/>
              </a:ext>
            </a:extLst>
          </p:cNvPr>
          <p:cNvSpPr/>
          <p:nvPr/>
        </p:nvSpPr>
        <p:spPr>
          <a:xfrm>
            <a:off x="1806607" y="6479376"/>
            <a:ext cx="1193515" cy="3539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i="1" dirty="0"/>
              <a:t>Customer ID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06F691E-134F-8178-279F-453807B7100D}"/>
              </a:ext>
            </a:extLst>
          </p:cNvPr>
          <p:cNvSpPr/>
          <p:nvPr/>
        </p:nvSpPr>
        <p:spPr>
          <a:xfrm>
            <a:off x="42807" y="6231686"/>
            <a:ext cx="1573163" cy="35395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i="1" dirty="0"/>
              <a:t>Property ID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64CB419-2DBC-7B39-1F4F-7BDF7F3534E3}"/>
              </a:ext>
            </a:extLst>
          </p:cNvPr>
          <p:cNvCxnSpPr>
            <a:cxnSpLocks/>
            <a:stCxn id="70" idx="1"/>
            <a:endCxn id="71" idx="6"/>
          </p:cNvCxnSpPr>
          <p:nvPr/>
        </p:nvCxnSpPr>
        <p:spPr>
          <a:xfrm flipH="1" flipV="1">
            <a:off x="1283737" y="5396946"/>
            <a:ext cx="642771" cy="338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AAD8C68-F754-9ABE-A95A-0E84689AC0C7}"/>
              </a:ext>
            </a:extLst>
          </p:cNvPr>
          <p:cNvCxnSpPr>
            <a:cxnSpLocks/>
            <a:stCxn id="70" idx="0"/>
            <a:endCxn id="14" idx="5"/>
          </p:cNvCxnSpPr>
          <p:nvPr/>
        </p:nvCxnSpPr>
        <p:spPr>
          <a:xfrm flipH="1" flipV="1">
            <a:off x="1385586" y="4851511"/>
            <a:ext cx="1268509" cy="3777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4A1D0BF-6746-EB6A-69A4-31A392AA3F18}"/>
              </a:ext>
            </a:extLst>
          </p:cNvPr>
          <p:cNvCxnSpPr>
            <a:cxnSpLocks/>
            <a:stCxn id="70" idx="0"/>
            <a:endCxn id="72" idx="3"/>
          </p:cNvCxnSpPr>
          <p:nvPr/>
        </p:nvCxnSpPr>
        <p:spPr>
          <a:xfrm flipH="1" flipV="1">
            <a:off x="2396981" y="4882964"/>
            <a:ext cx="257114" cy="3462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2AF79DB-6DE1-57D3-3B9C-CC7F4EE79F3F}"/>
              </a:ext>
            </a:extLst>
          </p:cNvPr>
          <p:cNvCxnSpPr>
            <a:cxnSpLocks/>
            <a:stCxn id="70" idx="2"/>
            <a:endCxn id="74" idx="1"/>
          </p:cNvCxnSpPr>
          <p:nvPr/>
        </p:nvCxnSpPr>
        <p:spPr>
          <a:xfrm flipH="1">
            <a:off x="1981393" y="5632351"/>
            <a:ext cx="672702" cy="8988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3108C5E-CBB2-D3AC-C94D-79E92CCB63E0}"/>
              </a:ext>
            </a:extLst>
          </p:cNvPr>
          <p:cNvCxnSpPr>
            <a:cxnSpLocks/>
            <a:stCxn id="70" idx="2"/>
            <a:endCxn id="75" idx="0"/>
          </p:cNvCxnSpPr>
          <p:nvPr/>
        </p:nvCxnSpPr>
        <p:spPr>
          <a:xfrm flipH="1">
            <a:off x="829389" y="5632351"/>
            <a:ext cx="1824706" cy="5993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D0E8ED7-BB6B-66CB-98CA-71EDDBE99F56}"/>
              </a:ext>
            </a:extLst>
          </p:cNvPr>
          <p:cNvCxnSpPr>
            <a:cxnSpLocks/>
            <a:stCxn id="70" idx="2"/>
            <a:endCxn id="73" idx="6"/>
          </p:cNvCxnSpPr>
          <p:nvPr/>
        </p:nvCxnSpPr>
        <p:spPr>
          <a:xfrm flipH="1">
            <a:off x="1325674" y="5632351"/>
            <a:ext cx="1328421" cy="1988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5D3E680-F6D9-0A88-BEF9-5C9249384D11}"/>
              </a:ext>
            </a:extLst>
          </p:cNvPr>
          <p:cNvSpPr/>
          <p:nvPr/>
        </p:nvSpPr>
        <p:spPr>
          <a:xfrm>
            <a:off x="10804093" y="1157016"/>
            <a:ext cx="825910" cy="3724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Staff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5BC732A-54F6-A2B8-7092-4658A0274F83}"/>
              </a:ext>
            </a:extLst>
          </p:cNvPr>
          <p:cNvSpPr/>
          <p:nvPr/>
        </p:nvSpPr>
        <p:spPr>
          <a:xfrm>
            <a:off x="10033339" y="101204"/>
            <a:ext cx="1010265" cy="28433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/>
              <a:t>Staff ID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826A6725-8A7A-4ABA-4C1A-C154061AA6FD}"/>
              </a:ext>
            </a:extLst>
          </p:cNvPr>
          <p:cNvSpPr/>
          <p:nvPr/>
        </p:nvSpPr>
        <p:spPr>
          <a:xfrm>
            <a:off x="9973168" y="1804110"/>
            <a:ext cx="1079090" cy="24789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Address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CCD8F12A-292D-E711-469B-E5E0ADEB3995}"/>
              </a:ext>
            </a:extLst>
          </p:cNvPr>
          <p:cNvSpPr/>
          <p:nvPr/>
        </p:nvSpPr>
        <p:spPr>
          <a:xfrm>
            <a:off x="11180483" y="247192"/>
            <a:ext cx="993014" cy="42157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Contact Details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F6BA21A5-C0BF-83E7-5928-EE0F3FCBF197}"/>
              </a:ext>
            </a:extLst>
          </p:cNvPr>
          <p:cNvSpPr/>
          <p:nvPr/>
        </p:nvSpPr>
        <p:spPr>
          <a:xfrm>
            <a:off x="11180483" y="1951007"/>
            <a:ext cx="940139" cy="30034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Branch Code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34C3C0B-0226-BF24-4B91-669F01E57EBC}"/>
              </a:ext>
            </a:extLst>
          </p:cNvPr>
          <p:cNvSpPr/>
          <p:nvPr/>
        </p:nvSpPr>
        <p:spPr>
          <a:xfrm>
            <a:off x="9889921" y="593275"/>
            <a:ext cx="1010265" cy="28433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Name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F80BDAF2-7E36-5F75-F939-26051A1CCA81}"/>
              </a:ext>
            </a:extLst>
          </p:cNvPr>
          <p:cNvSpPr/>
          <p:nvPr/>
        </p:nvSpPr>
        <p:spPr>
          <a:xfrm>
            <a:off x="10365071" y="2423353"/>
            <a:ext cx="1264932" cy="49896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Personal Details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EE120C0B-B5EF-2F1E-4DBF-084391BB6172}"/>
              </a:ext>
            </a:extLst>
          </p:cNvPr>
          <p:cNvCxnSpPr>
            <a:cxnSpLocks/>
            <a:stCxn id="113" idx="6"/>
            <a:endCxn id="112" idx="0"/>
          </p:cNvCxnSpPr>
          <p:nvPr/>
        </p:nvCxnSpPr>
        <p:spPr>
          <a:xfrm>
            <a:off x="11043604" y="243370"/>
            <a:ext cx="173444" cy="913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3C97657-874A-E47B-E755-D07F3E6F66BC}"/>
              </a:ext>
            </a:extLst>
          </p:cNvPr>
          <p:cNvCxnSpPr>
            <a:cxnSpLocks/>
            <a:stCxn id="114" idx="7"/>
            <a:endCxn id="112" idx="2"/>
          </p:cNvCxnSpPr>
          <p:nvPr/>
        </p:nvCxnSpPr>
        <p:spPr>
          <a:xfrm flipV="1">
            <a:off x="10894229" y="1529432"/>
            <a:ext cx="322819" cy="3109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5C3D0B6-A0C6-0DD3-088E-27C507063C49}"/>
              </a:ext>
            </a:extLst>
          </p:cNvPr>
          <p:cNvCxnSpPr>
            <a:cxnSpLocks/>
            <a:stCxn id="112" idx="2"/>
            <a:endCxn id="118" idx="0"/>
          </p:cNvCxnSpPr>
          <p:nvPr/>
        </p:nvCxnSpPr>
        <p:spPr>
          <a:xfrm flipH="1">
            <a:off x="10997537" y="1529432"/>
            <a:ext cx="219511" cy="8939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4F0C6A5-BB88-4ABE-DC4B-9E9713C87B2C}"/>
              </a:ext>
            </a:extLst>
          </p:cNvPr>
          <p:cNvCxnSpPr>
            <a:cxnSpLocks/>
            <a:stCxn id="112" idx="0"/>
            <a:endCxn id="115" idx="4"/>
          </p:cNvCxnSpPr>
          <p:nvPr/>
        </p:nvCxnSpPr>
        <p:spPr>
          <a:xfrm flipV="1">
            <a:off x="11217048" y="668766"/>
            <a:ext cx="459942" cy="488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D00C403-65FE-0F65-81F6-DD3ED079BAF3}"/>
              </a:ext>
            </a:extLst>
          </p:cNvPr>
          <p:cNvCxnSpPr>
            <a:cxnSpLocks/>
            <a:stCxn id="112" idx="0"/>
            <a:endCxn id="117" idx="6"/>
          </p:cNvCxnSpPr>
          <p:nvPr/>
        </p:nvCxnSpPr>
        <p:spPr>
          <a:xfrm flipH="1" flipV="1">
            <a:off x="10900186" y="735441"/>
            <a:ext cx="316862" cy="4215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40B55CF-968C-0FBA-B482-E95DD095F45C}"/>
              </a:ext>
            </a:extLst>
          </p:cNvPr>
          <p:cNvCxnSpPr>
            <a:cxnSpLocks/>
            <a:stCxn id="116" idx="0"/>
            <a:endCxn id="112" idx="2"/>
          </p:cNvCxnSpPr>
          <p:nvPr/>
        </p:nvCxnSpPr>
        <p:spPr>
          <a:xfrm flipH="1" flipV="1">
            <a:off x="11217048" y="1529432"/>
            <a:ext cx="433505" cy="4215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5520935-B059-B06D-2056-1C4A50785998}"/>
              </a:ext>
            </a:extLst>
          </p:cNvPr>
          <p:cNvSpPr/>
          <p:nvPr/>
        </p:nvSpPr>
        <p:spPr>
          <a:xfrm>
            <a:off x="1668470" y="3052855"/>
            <a:ext cx="1455174" cy="4031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Properties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BEF82CA5-106C-4C92-799C-9ACE66A2DEEB}"/>
              </a:ext>
            </a:extLst>
          </p:cNvPr>
          <p:cNvSpPr/>
          <p:nvPr/>
        </p:nvSpPr>
        <p:spPr>
          <a:xfrm>
            <a:off x="2759062" y="3863302"/>
            <a:ext cx="1291217" cy="35764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Description</a:t>
            </a: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604BF941-74EE-2C67-5AFA-602B806F69CE}"/>
              </a:ext>
            </a:extLst>
          </p:cNvPr>
          <p:cNvSpPr/>
          <p:nvPr/>
        </p:nvSpPr>
        <p:spPr>
          <a:xfrm>
            <a:off x="2453679" y="2565150"/>
            <a:ext cx="1180839" cy="3711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Property Type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A4D54217-79FA-F93E-412C-BF1A2CB1A590}"/>
              </a:ext>
            </a:extLst>
          </p:cNvPr>
          <p:cNvSpPr/>
          <p:nvPr/>
        </p:nvSpPr>
        <p:spPr>
          <a:xfrm>
            <a:off x="844587" y="3609410"/>
            <a:ext cx="978312" cy="30088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Address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BDA8807A-DA0F-35C1-4C79-835212E5B5E0}"/>
              </a:ext>
            </a:extLst>
          </p:cNvPr>
          <p:cNvSpPr/>
          <p:nvPr/>
        </p:nvSpPr>
        <p:spPr>
          <a:xfrm>
            <a:off x="132158" y="3126510"/>
            <a:ext cx="1193516" cy="3711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/>
              <a:t>Property ID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C94DDFD8-C419-C5F9-EA49-91F3F6F4448E}"/>
              </a:ext>
            </a:extLst>
          </p:cNvPr>
          <p:cNvSpPr/>
          <p:nvPr/>
        </p:nvSpPr>
        <p:spPr>
          <a:xfrm>
            <a:off x="1615571" y="4222295"/>
            <a:ext cx="1193515" cy="29766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Rental Price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1C81BCF-9E15-C00B-FF1F-C55D4BE06854}"/>
              </a:ext>
            </a:extLst>
          </p:cNvPr>
          <p:cNvSpPr/>
          <p:nvPr/>
        </p:nvSpPr>
        <p:spPr>
          <a:xfrm>
            <a:off x="-35068" y="3981676"/>
            <a:ext cx="1706857" cy="3711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Accommodation Details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A7B9C0E0-81AA-B2F2-C86E-BFB1D3BFA7EF}"/>
              </a:ext>
            </a:extLst>
          </p:cNvPr>
          <p:cNvCxnSpPr>
            <a:cxnSpLocks/>
            <a:stCxn id="152" idx="6"/>
            <a:endCxn id="144" idx="2"/>
          </p:cNvCxnSpPr>
          <p:nvPr/>
        </p:nvCxnSpPr>
        <p:spPr>
          <a:xfrm flipV="1">
            <a:off x="1671789" y="3455977"/>
            <a:ext cx="724268" cy="7112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C65CF6D-E63B-E837-BC6C-5458A4AD7599}"/>
              </a:ext>
            </a:extLst>
          </p:cNvPr>
          <p:cNvCxnSpPr>
            <a:cxnSpLocks/>
            <a:stCxn id="149" idx="6"/>
            <a:endCxn id="144" idx="1"/>
          </p:cNvCxnSpPr>
          <p:nvPr/>
        </p:nvCxnSpPr>
        <p:spPr>
          <a:xfrm flipV="1">
            <a:off x="1325674" y="3254416"/>
            <a:ext cx="342796" cy="576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BD47C86E-F8E2-708D-506D-24D9549B6596}"/>
              </a:ext>
            </a:extLst>
          </p:cNvPr>
          <p:cNvCxnSpPr>
            <a:cxnSpLocks/>
            <a:stCxn id="148" idx="6"/>
            <a:endCxn id="144" idx="2"/>
          </p:cNvCxnSpPr>
          <p:nvPr/>
        </p:nvCxnSpPr>
        <p:spPr>
          <a:xfrm flipV="1">
            <a:off x="1822899" y="3455977"/>
            <a:ext cx="573158" cy="303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484EC14-AEFE-0AC5-2587-3E67141CAB12}"/>
              </a:ext>
            </a:extLst>
          </p:cNvPr>
          <p:cNvCxnSpPr>
            <a:cxnSpLocks/>
            <a:stCxn id="147" idx="3"/>
            <a:endCxn id="144" idx="0"/>
          </p:cNvCxnSpPr>
          <p:nvPr/>
        </p:nvCxnSpPr>
        <p:spPr>
          <a:xfrm flipH="1">
            <a:off x="2396057" y="2881960"/>
            <a:ext cx="230552" cy="170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CE273AF-4D3C-0828-E82A-66C2C8830F69}"/>
              </a:ext>
            </a:extLst>
          </p:cNvPr>
          <p:cNvCxnSpPr>
            <a:cxnSpLocks/>
            <a:stCxn id="146" idx="2"/>
            <a:endCxn id="144" idx="2"/>
          </p:cNvCxnSpPr>
          <p:nvPr/>
        </p:nvCxnSpPr>
        <p:spPr>
          <a:xfrm flipH="1" flipV="1">
            <a:off x="2396057" y="3455977"/>
            <a:ext cx="363005" cy="586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27AB73EE-F876-40F9-FC5F-019DE70A20D1}"/>
              </a:ext>
            </a:extLst>
          </p:cNvPr>
          <p:cNvCxnSpPr>
            <a:cxnSpLocks/>
            <a:stCxn id="151" idx="0"/>
            <a:endCxn id="144" idx="2"/>
          </p:cNvCxnSpPr>
          <p:nvPr/>
        </p:nvCxnSpPr>
        <p:spPr>
          <a:xfrm flipV="1">
            <a:off x="2212329" y="3455977"/>
            <a:ext cx="183728" cy="7663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84058A3-2D98-FBBC-66B6-F3F5550C19BB}"/>
              </a:ext>
            </a:extLst>
          </p:cNvPr>
          <p:cNvSpPr/>
          <p:nvPr/>
        </p:nvSpPr>
        <p:spPr>
          <a:xfrm>
            <a:off x="5668415" y="5736510"/>
            <a:ext cx="1455174" cy="4031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Customer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248BB455-E0F3-0D4C-5AB0-6350799FAC2F}"/>
              </a:ext>
            </a:extLst>
          </p:cNvPr>
          <p:cNvSpPr/>
          <p:nvPr/>
        </p:nvSpPr>
        <p:spPr>
          <a:xfrm>
            <a:off x="6955005" y="6290762"/>
            <a:ext cx="1193515" cy="29766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Gender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CD588BDF-F6F2-3AC4-67CC-7CB3F15D527B}"/>
              </a:ext>
            </a:extLst>
          </p:cNvPr>
          <p:cNvSpPr/>
          <p:nvPr/>
        </p:nvSpPr>
        <p:spPr>
          <a:xfrm>
            <a:off x="5927691" y="5138888"/>
            <a:ext cx="1193515" cy="29766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DOB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4A4CDC3E-DF4E-AE6E-20FE-0609C0EE54ED}"/>
              </a:ext>
            </a:extLst>
          </p:cNvPr>
          <p:cNvSpPr/>
          <p:nvPr/>
        </p:nvSpPr>
        <p:spPr>
          <a:xfrm>
            <a:off x="7490524" y="5859386"/>
            <a:ext cx="1193515" cy="29766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Address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1F785DAD-5331-82FA-2EEA-E632155E9E95}"/>
              </a:ext>
            </a:extLst>
          </p:cNvPr>
          <p:cNvSpPr/>
          <p:nvPr/>
        </p:nvSpPr>
        <p:spPr>
          <a:xfrm>
            <a:off x="4980843" y="4828669"/>
            <a:ext cx="1193515" cy="29766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Name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7263D4B9-133A-417A-F991-7A34345BAD40}"/>
              </a:ext>
            </a:extLst>
          </p:cNvPr>
          <p:cNvSpPr/>
          <p:nvPr/>
        </p:nvSpPr>
        <p:spPr>
          <a:xfrm>
            <a:off x="3887163" y="5063813"/>
            <a:ext cx="1217433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/>
              <a:t>Customer ID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0FD497EA-8D27-E834-8084-20B4F9336F7C}"/>
              </a:ext>
            </a:extLst>
          </p:cNvPr>
          <p:cNvCxnSpPr>
            <a:cxnSpLocks/>
            <a:stCxn id="170" idx="5"/>
            <a:endCxn id="165" idx="0"/>
          </p:cNvCxnSpPr>
          <p:nvPr/>
        </p:nvCxnSpPr>
        <p:spPr>
          <a:xfrm>
            <a:off x="4926307" y="5380622"/>
            <a:ext cx="1469695" cy="355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F5C5BB7-CEB3-65A3-1DAB-112934D816F4}"/>
              </a:ext>
            </a:extLst>
          </p:cNvPr>
          <p:cNvCxnSpPr>
            <a:stCxn id="169" idx="4"/>
            <a:endCxn id="165" idx="0"/>
          </p:cNvCxnSpPr>
          <p:nvPr/>
        </p:nvCxnSpPr>
        <p:spPr>
          <a:xfrm>
            <a:off x="5577601" y="5126330"/>
            <a:ext cx="818401" cy="6101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3E628422-CA1C-DA6E-FEA0-AFA00467AB14}"/>
              </a:ext>
            </a:extLst>
          </p:cNvPr>
          <p:cNvCxnSpPr>
            <a:cxnSpLocks/>
            <a:stCxn id="167" idx="4"/>
            <a:endCxn id="165" idx="0"/>
          </p:cNvCxnSpPr>
          <p:nvPr/>
        </p:nvCxnSpPr>
        <p:spPr>
          <a:xfrm flipH="1">
            <a:off x="6396002" y="5436549"/>
            <a:ext cx="128447" cy="2999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ECDE6E38-75BA-A889-C08F-F11F142A1A9E}"/>
              </a:ext>
            </a:extLst>
          </p:cNvPr>
          <p:cNvCxnSpPr>
            <a:cxnSpLocks/>
            <a:stCxn id="168" idx="2"/>
            <a:endCxn id="165" idx="3"/>
          </p:cNvCxnSpPr>
          <p:nvPr/>
        </p:nvCxnSpPr>
        <p:spPr>
          <a:xfrm flipH="1" flipV="1">
            <a:off x="7123589" y="5938071"/>
            <a:ext cx="366935" cy="701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63A7919-1489-3B84-CA79-C42DDD49B3B7}"/>
              </a:ext>
            </a:extLst>
          </p:cNvPr>
          <p:cNvCxnSpPr>
            <a:stCxn id="166" idx="0"/>
            <a:endCxn id="165" idx="2"/>
          </p:cNvCxnSpPr>
          <p:nvPr/>
        </p:nvCxnSpPr>
        <p:spPr>
          <a:xfrm flipH="1" flipV="1">
            <a:off x="6396002" y="6139632"/>
            <a:ext cx="1155761" cy="151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17931F3-1553-0753-F3CC-F92DCBAB1AA0}"/>
              </a:ext>
            </a:extLst>
          </p:cNvPr>
          <p:cNvSpPr/>
          <p:nvPr/>
        </p:nvSpPr>
        <p:spPr>
          <a:xfrm>
            <a:off x="5971950" y="3565424"/>
            <a:ext cx="1455174" cy="4031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Property Sale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685BF6C-BDAF-669E-7A1A-FE91CD343893}"/>
              </a:ext>
            </a:extLst>
          </p:cNvPr>
          <p:cNvSpPr/>
          <p:nvPr/>
        </p:nvSpPr>
        <p:spPr>
          <a:xfrm>
            <a:off x="6199239" y="2128926"/>
            <a:ext cx="1291285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i="1" dirty="0"/>
              <a:t>Property ID</a:t>
            </a: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68DF2F1C-D769-47FD-2350-4031E77837D1}"/>
              </a:ext>
            </a:extLst>
          </p:cNvPr>
          <p:cNvSpPr/>
          <p:nvPr/>
        </p:nvSpPr>
        <p:spPr>
          <a:xfrm>
            <a:off x="4280247" y="3557511"/>
            <a:ext cx="1291285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Selling Price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65F5FFF5-48F0-0761-CE4C-EA144E26BF8C}"/>
              </a:ext>
            </a:extLst>
          </p:cNvPr>
          <p:cNvSpPr/>
          <p:nvPr/>
        </p:nvSpPr>
        <p:spPr>
          <a:xfrm>
            <a:off x="7023406" y="2595343"/>
            <a:ext cx="1291285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/>
              <a:t>Sale ID</a:t>
            </a: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9F4E3A88-241E-6D99-0507-05A78CD94CC6}"/>
              </a:ext>
            </a:extLst>
          </p:cNvPr>
          <p:cNvSpPr/>
          <p:nvPr/>
        </p:nvSpPr>
        <p:spPr>
          <a:xfrm>
            <a:off x="4903866" y="4119709"/>
            <a:ext cx="1291285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i="1" dirty="0"/>
              <a:t>Customer ID</a:t>
            </a: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2523A0D-0AEA-DD9A-C523-FC8E47D48A01}"/>
              </a:ext>
            </a:extLst>
          </p:cNvPr>
          <p:cNvSpPr/>
          <p:nvPr/>
        </p:nvSpPr>
        <p:spPr>
          <a:xfrm>
            <a:off x="4315608" y="2965444"/>
            <a:ext cx="1455174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Commission Paid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CC08F1D9-13FD-A94B-824A-AD2CDD01228E}"/>
              </a:ext>
            </a:extLst>
          </p:cNvPr>
          <p:cNvCxnSpPr>
            <a:stCxn id="183" idx="0"/>
            <a:endCxn id="184" idx="4"/>
          </p:cNvCxnSpPr>
          <p:nvPr/>
        </p:nvCxnSpPr>
        <p:spPr>
          <a:xfrm flipV="1">
            <a:off x="6699537" y="2500091"/>
            <a:ext cx="145345" cy="10653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DAE956A-B66F-BA81-8D97-D4555971A4EA}"/>
              </a:ext>
            </a:extLst>
          </p:cNvPr>
          <p:cNvCxnSpPr>
            <a:cxnSpLocks/>
            <a:stCxn id="183" idx="0"/>
            <a:endCxn id="186" idx="3"/>
          </p:cNvCxnSpPr>
          <p:nvPr/>
        </p:nvCxnSpPr>
        <p:spPr>
          <a:xfrm flipV="1">
            <a:off x="6699537" y="2912152"/>
            <a:ext cx="512973" cy="6532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5A155FE-DF2A-A295-337F-28BEF187D1DA}"/>
              </a:ext>
            </a:extLst>
          </p:cNvPr>
          <p:cNvCxnSpPr>
            <a:cxnSpLocks/>
            <a:stCxn id="183" idx="0"/>
            <a:endCxn id="188" idx="6"/>
          </p:cNvCxnSpPr>
          <p:nvPr/>
        </p:nvCxnSpPr>
        <p:spPr>
          <a:xfrm flipH="1" flipV="1">
            <a:off x="5770782" y="3151027"/>
            <a:ext cx="928755" cy="4143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4DBDC4C-B95E-A246-5666-D10B65215339}"/>
              </a:ext>
            </a:extLst>
          </p:cNvPr>
          <p:cNvCxnSpPr>
            <a:cxnSpLocks/>
            <a:stCxn id="185" idx="6"/>
            <a:endCxn id="183" idx="1"/>
          </p:cNvCxnSpPr>
          <p:nvPr/>
        </p:nvCxnSpPr>
        <p:spPr>
          <a:xfrm>
            <a:off x="5571532" y="3743094"/>
            <a:ext cx="400418" cy="238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77F3602A-1C64-4D3A-A3EA-C32D0DD5FFCA}"/>
              </a:ext>
            </a:extLst>
          </p:cNvPr>
          <p:cNvCxnSpPr>
            <a:cxnSpLocks/>
            <a:stCxn id="187" idx="7"/>
            <a:endCxn id="183" idx="2"/>
          </p:cNvCxnSpPr>
          <p:nvPr/>
        </p:nvCxnSpPr>
        <p:spPr>
          <a:xfrm flipV="1">
            <a:off x="6006047" y="3968546"/>
            <a:ext cx="693490" cy="2055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Rectangle 243">
            <a:extLst>
              <a:ext uri="{FF2B5EF4-FFF2-40B4-BE49-F238E27FC236}">
                <a16:creationId xmlns:a16="http://schemas.microsoft.com/office/drawing/2014/main" id="{AC2FA9F5-0BDF-A00C-04FD-FBF12A545C2D}"/>
              </a:ext>
            </a:extLst>
          </p:cNvPr>
          <p:cNvSpPr/>
          <p:nvPr/>
        </p:nvSpPr>
        <p:spPr>
          <a:xfrm>
            <a:off x="10394339" y="4640036"/>
            <a:ext cx="1455174" cy="4031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Property Rent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36B1F4C6-97BD-6BF6-2BF1-FB2651A43C23}"/>
              </a:ext>
            </a:extLst>
          </p:cNvPr>
          <p:cNvSpPr/>
          <p:nvPr/>
        </p:nvSpPr>
        <p:spPr>
          <a:xfrm>
            <a:off x="10665448" y="6508335"/>
            <a:ext cx="1455174" cy="30820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Commission</a:t>
            </a: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C34A1C91-E87B-1FEF-4EB2-4C667CD1EA87}"/>
              </a:ext>
            </a:extLst>
          </p:cNvPr>
          <p:cNvSpPr/>
          <p:nvPr/>
        </p:nvSpPr>
        <p:spPr>
          <a:xfrm>
            <a:off x="10443163" y="3557510"/>
            <a:ext cx="1108747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Deposit</a:t>
            </a: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1E25F65D-FE45-8DE2-8E6C-D5C318B29133}"/>
              </a:ext>
            </a:extLst>
          </p:cNvPr>
          <p:cNvSpPr/>
          <p:nvPr/>
        </p:nvSpPr>
        <p:spPr>
          <a:xfrm>
            <a:off x="8585603" y="6432011"/>
            <a:ext cx="1291285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Monthly Rent</a:t>
            </a: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CC8D7321-40C6-F288-4FA8-8E87C39F17A2}"/>
              </a:ext>
            </a:extLst>
          </p:cNvPr>
          <p:cNvSpPr/>
          <p:nvPr/>
        </p:nvSpPr>
        <p:spPr>
          <a:xfrm>
            <a:off x="9247273" y="4040025"/>
            <a:ext cx="1291285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Tenancy End Date</a:t>
            </a: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412509FA-B3D7-14CA-DBAF-6D2F1861D12C}"/>
              </a:ext>
            </a:extLst>
          </p:cNvPr>
          <p:cNvSpPr/>
          <p:nvPr/>
        </p:nvSpPr>
        <p:spPr>
          <a:xfrm>
            <a:off x="9736176" y="5986414"/>
            <a:ext cx="1291285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Tenancy Start Date</a:t>
            </a: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8748950F-AB5C-C3E7-60A0-474D38654C64}"/>
              </a:ext>
            </a:extLst>
          </p:cNvPr>
          <p:cNvSpPr/>
          <p:nvPr/>
        </p:nvSpPr>
        <p:spPr>
          <a:xfrm>
            <a:off x="11233357" y="5350609"/>
            <a:ext cx="940140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Tenant ID</a:t>
            </a: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A689609A-2748-37CD-60FD-8B67F6A0B67F}"/>
              </a:ext>
            </a:extLst>
          </p:cNvPr>
          <p:cNvSpPr/>
          <p:nvPr/>
        </p:nvSpPr>
        <p:spPr>
          <a:xfrm>
            <a:off x="9520754" y="3199652"/>
            <a:ext cx="1291285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u="sng" dirty="0"/>
              <a:t>Rent ID</a:t>
            </a:r>
          </a:p>
        </p:txBody>
      </p: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BFDC0908-FF32-094E-5566-E8DB8E588C8D}"/>
              </a:ext>
            </a:extLst>
          </p:cNvPr>
          <p:cNvCxnSpPr>
            <a:cxnSpLocks/>
            <a:stCxn id="254" idx="0"/>
            <a:endCxn id="244" idx="2"/>
          </p:cNvCxnSpPr>
          <p:nvPr/>
        </p:nvCxnSpPr>
        <p:spPr>
          <a:xfrm flipH="1" flipV="1">
            <a:off x="11121926" y="5043158"/>
            <a:ext cx="581501" cy="3074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730E3EEE-7DE2-2CBC-0BAF-7FF378B78481}"/>
              </a:ext>
            </a:extLst>
          </p:cNvPr>
          <p:cNvCxnSpPr>
            <a:cxnSpLocks/>
            <a:stCxn id="247" idx="0"/>
            <a:endCxn id="244" idx="2"/>
          </p:cNvCxnSpPr>
          <p:nvPr/>
        </p:nvCxnSpPr>
        <p:spPr>
          <a:xfrm flipH="1" flipV="1">
            <a:off x="11121926" y="5043158"/>
            <a:ext cx="271109" cy="14651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3587F0A7-EE44-C9F2-2591-C7FA445EDBED}"/>
              </a:ext>
            </a:extLst>
          </p:cNvPr>
          <p:cNvCxnSpPr>
            <a:cxnSpLocks/>
            <a:stCxn id="251" idx="0"/>
            <a:endCxn id="244" idx="2"/>
          </p:cNvCxnSpPr>
          <p:nvPr/>
        </p:nvCxnSpPr>
        <p:spPr>
          <a:xfrm flipV="1">
            <a:off x="10381819" y="5043158"/>
            <a:ext cx="740107" cy="943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A9CA723E-3760-D701-7126-79BBFEEFB635}"/>
              </a:ext>
            </a:extLst>
          </p:cNvPr>
          <p:cNvCxnSpPr>
            <a:cxnSpLocks/>
            <a:stCxn id="249" idx="0"/>
            <a:endCxn id="244" idx="1"/>
          </p:cNvCxnSpPr>
          <p:nvPr/>
        </p:nvCxnSpPr>
        <p:spPr>
          <a:xfrm flipV="1">
            <a:off x="9231246" y="4841597"/>
            <a:ext cx="1163093" cy="15904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9FD089CC-BB60-ED15-74F2-F1EB1F7E9A66}"/>
              </a:ext>
            </a:extLst>
          </p:cNvPr>
          <p:cNvCxnSpPr>
            <a:cxnSpLocks/>
            <a:stCxn id="248" idx="4"/>
            <a:endCxn id="244" idx="0"/>
          </p:cNvCxnSpPr>
          <p:nvPr/>
        </p:nvCxnSpPr>
        <p:spPr>
          <a:xfrm>
            <a:off x="10997537" y="3928675"/>
            <a:ext cx="124389" cy="7113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82286355-F530-BCFB-50F5-571375232FAC}"/>
              </a:ext>
            </a:extLst>
          </p:cNvPr>
          <p:cNvCxnSpPr>
            <a:cxnSpLocks/>
            <a:stCxn id="255" idx="4"/>
            <a:endCxn id="244" idx="0"/>
          </p:cNvCxnSpPr>
          <p:nvPr/>
        </p:nvCxnSpPr>
        <p:spPr>
          <a:xfrm>
            <a:off x="10166397" y="3570817"/>
            <a:ext cx="955529" cy="10692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A32FD93C-1FE4-5CEE-7493-FD642C638617}"/>
              </a:ext>
            </a:extLst>
          </p:cNvPr>
          <p:cNvCxnSpPr>
            <a:cxnSpLocks/>
            <a:stCxn id="250" idx="4"/>
            <a:endCxn id="244" idx="1"/>
          </p:cNvCxnSpPr>
          <p:nvPr/>
        </p:nvCxnSpPr>
        <p:spPr>
          <a:xfrm>
            <a:off x="9892916" y="4411190"/>
            <a:ext cx="501423" cy="4304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1" name="Diamond 270">
            <a:extLst>
              <a:ext uri="{FF2B5EF4-FFF2-40B4-BE49-F238E27FC236}">
                <a16:creationId xmlns:a16="http://schemas.microsoft.com/office/drawing/2014/main" id="{4BE8FA7C-C418-A572-5F38-9D1FD582BA8A}"/>
              </a:ext>
            </a:extLst>
          </p:cNvPr>
          <p:cNvSpPr/>
          <p:nvPr/>
        </p:nvSpPr>
        <p:spPr>
          <a:xfrm>
            <a:off x="3773687" y="682731"/>
            <a:ext cx="1000710" cy="61205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Has</a:t>
            </a:r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6D99616B-C2D7-5FD0-0BFF-6378A270CA57}"/>
              </a:ext>
            </a:extLst>
          </p:cNvPr>
          <p:cNvCxnSpPr>
            <a:stCxn id="271" idx="1"/>
            <a:endCxn id="3" idx="3"/>
          </p:cNvCxnSpPr>
          <p:nvPr/>
        </p:nvCxnSpPr>
        <p:spPr>
          <a:xfrm flipH="1" flipV="1">
            <a:off x="3070369" y="882191"/>
            <a:ext cx="703318" cy="10656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08653F19-19CC-C684-061E-873A137BC211}"/>
              </a:ext>
            </a:extLst>
          </p:cNvPr>
          <p:cNvCxnSpPr>
            <a:stCxn id="271" idx="3"/>
            <a:endCxn id="44" idx="1"/>
          </p:cNvCxnSpPr>
          <p:nvPr/>
        </p:nvCxnSpPr>
        <p:spPr>
          <a:xfrm flipV="1">
            <a:off x="4774397" y="852638"/>
            <a:ext cx="725434" cy="13612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6" name="Diamond 275">
            <a:extLst>
              <a:ext uri="{FF2B5EF4-FFF2-40B4-BE49-F238E27FC236}">
                <a16:creationId xmlns:a16="http://schemas.microsoft.com/office/drawing/2014/main" id="{E870C1CE-DA8B-FE38-C7D3-C9C80A6AA312}"/>
              </a:ext>
            </a:extLst>
          </p:cNvPr>
          <p:cNvSpPr/>
          <p:nvPr/>
        </p:nvSpPr>
        <p:spPr>
          <a:xfrm>
            <a:off x="7889023" y="1169716"/>
            <a:ext cx="1455174" cy="769022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Employs</a:t>
            </a:r>
          </a:p>
        </p:txBody>
      </p: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4E1F7BF-14EB-B2D1-CC1C-7A5ADC7E9446}"/>
              </a:ext>
            </a:extLst>
          </p:cNvPr>
          <p:cNvCxnSpPr>
            <a:cxnSpLocks/>
            <a:stCxn id="112" idx="1"/>
            <a:endCxn id="276" idx="3"/>
          </p:cNvCxnSpPr>
          <p:nvPr/>
        </p:nvCxnSpPr>
        <p:spPr>
          <a:xfrm flipH="1">
            <a:off x="9344197" y="1343224"/>
            <a:ext cx="1459896" cy="211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8C5E025C-8B0E-5381-8847-BBD3C0E50650}"/>
              </a:ext>
            </a:extLst>
          </p:cNvPr>
          <p:cNvSpPr txBox="1"/>
          <p:nvPr/>
        </p:nvSpPr>
        <p:spPr>
          <a:xfrm>
            <a:off x="3690381" y="63928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314FC563-5225-A56B-4B49-CE42B7B78E29}"/>
              </a:ext>
            </a:extLst>
          </p:cNvPr>
          <p:cNvSpPr txBox="1"/>
          <p:nvPr/>
        </p:nvSpPr>
        <p:spPr>
          <a:xfrm>
            <a:off x="4775546" y="73163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</a:t>
            </a: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90B0A62-EDA9-9947-8A9C-E1110FB8A15B}"/>
              </a:ext>
            </a:extLst>
          </p:cNvPr>
          <p:cNvCxnSpPr>
            <a:cxnSpLocks/>
            <a:stCxn id="276" idx="1"/>
            <a:endCxn id="44" idx="2"/>
          </p:cNvCxnSpPr>
          <p:nvPr/>
        </p:nvCxnSpPr>
        <p:spPr>
          <a:xfrm flipH="1" flipV="1">
            <a:off x="6227418" y="1054199"/>
            <a:ext cx="1661605" cy="5000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0A84439E-13EB-950D-98DE-8AE94AD90930}"/>
              </a:ext>
            </a:extLst>
          </p:cNvPr>
          <p:cNvSpPr txBox="1"/>
          <p:nvPr/>
        </p:nvSpPr>
        <p:spPr>
          <a:xfrm>
            <a:off x="9114235" y="1217909"/>
            <a:ext cx="284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863FB7B-5AF0-BA61-EB2D-66045B67B7AE}"/>
              </a:ext>
            </a:extLst>
          </p:cNvPr>
          <p:cNvSpPr txBox="1"/>
          <p:nvPr/>
        </p:nvSpPr>
        <p:spPr>
          <a:xfrm>
            <a:off x="7784615" y="1215481"/>
            <a:ext cx="263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292" name="Diamond 291">
            <a:extLst>
              <a:ext uri="{FF2B5EF4-FFF2-40B4-BE49-F238E27FC236}">
                <a16:creationId xmlns:a16="http://schemas.microsoft.com/office/drawing/2014/main" id="{3B3482C6-E019-6021-F98C-5435AFD6E931}"/>
              </a:ext>
            </a:extLst>
          </p:cNvPr>
          <p:cNvSpPr/>
          <p:nvPr/>
        </p:nvSpPr>
        <p:spPr>
          <a:xfrm>
            <a:off x="1046156" y="1793296"/>
            <a:ext cx="1455174" cy="694473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Market</a:t>
            </a: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53D01E2E-F217-2F55-3703-2D3A0586F5F6}"/>
              </a:ext>
            </a:extLst>
          </p:cNvPr>
          <p:cNvCxnSpPr>
            <a:cxnSpLocks/>
            <a:stCxn id="3" idx="2"/>
            <a:endCxn id="292" idx="0"/>
          </p:cNvCxnSpPr>
          <p:nvPr/>
        </p:nvCxnSpPr>
        <p:spPr>
          <a:xfrm flipH="1">
            <a:off x="1773743" y="999121"/>
            <a:ext cx="629623" cy="79417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ADD569C-7F2C-FABA-8E6F-ECA4ADE419F0}"/>
              </a:ext>
            </a:extLst>
          </p:cNvPr>
          <p:cNvCxnSpPr>
            <a:cxnSpLocks/>
            <a:stCxn id="292" idx="2"/>
            <a:endCxn id="144" idx="0"/>
          </p:cNvCxnSpPr>
          <p:nvPr/>
        </p:nvCxnSpPr>
        <p:spPr>
          <a:xfrm>
            <a:off x="1773743" y="2487769"/>
            <a:ext cx="622314" cy="565086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5619A3BB-B45F-F412-E76E-5BCE9E278888}"/>
              </a:ext>
            </a:extLst>
          </p:cNvPr>
          <p:cNvSpPr txBox="1"/>
          <p:nvPr/>
        </p:nvSpPr>
        <p:spPr>
          <a:xfrm>
            <a:off x="1610665" y="2459866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37323AAC-52BD-3914-000D-8C9C562059C7}"/>
              </a:ext>
            </a:extLst>
          </p:cNvPr>
          <p:cNvSpPr txBox="1"/>
          <p:nvPr/>
        </p:nvSpPr>
        <p:spPr>
          <a:xfrm>
            <a:off x="1476825" y="160914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306" name="Diamond 305">
            <a:extLst>
              <a:ext uri="{FF2B5EF4-FFF2-40B4-BE49-F238E27FC236}">
                <a16:creationId xmlns:a16="http://schemas.microsoft.com/office/drawing/2014/main" id="{D25E5E35-CECC-5FEC-EA6D-DEBFEE06D53E}"/>
              </a:ext>
            </a:extLst>
          </p:cNvPr>
          <p:cNvSpPr/>
          <p:nvPr/>
        </p:nvSpPr>
        <p:spPr>
          <a:xfrm>
            <a:off x="8121665" y="3342010"/>
            <a:ext cx="1575694" cy="627567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Purchase</a:t>
            </a:r>
          </a:p>
        </p:txBody>
      </p: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E9DE24BB-946F-6C60-59F1-84F081664146}"/>
              </a:ext>
            </a:extLst>
          </p:cNvPr>
          <p:cNvCxnSpPr>
            <a:cxnSpLocks/>
            <a:stCxn id="306" idx="2"/>
            <a:endCxn id="165" idx="0"/>
          </p:cNvCxnSpPr>
          <p:nvPr/>
        </p:nvCxnSpPr>
        <p:spPr>
          <a:xfrm flipH="1">
            <a:off x="6396002" y="3969577"/>
            <a:ext cx="2513510" cy="17669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35DCA979-B65C-86F4-5D5B-27670CB0697D}"/>
              </a:ext>
            </a:extLst>
          </p:cNvPr>
          <p:cNvCxnSpPr>
            <a:cxnSpLocks/>
            <a:stCxn id="306" idx="1"/>
            <a:endCxn id="183" idx="3"/>
          </p:cNvCxnSpPr>
          <p:nvPr/>
        </p:nvCxnSpPr>
        <p:spPr>
          <a:xfrm flipH="1">
            <a:off x="7427124" y="3655794"/>
            <a:ext cx="694541" cy="11119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1" name="TextBox 320">
            <a:extLst>
              <a:ext uri="{FF2B5EF4-FFF2-40B4-BE49-F238E27FC236}">
                <a16:creationId xmlns:a16="http://schemas.microsoft.com/office/drawing/2014/main" id="{ABB9EF8F-D9D4-EC31-ECE6-BE8756C9A62F}"/>
              </a:ext>
            </a:extLst>
          </p:cNvPr>
          <p:cNvSpPr txBox="1"/>
          <p:nvPr/>
        </p:nvSpPr>
        <p:spPr>
          <a:xfrm>
            <a:off x="7889620" y="3410167"/>
            <a:ext cx="284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AFF38219-1FC4-F644-DAD4-C3DA9A0ADB49}"/>
              </a:ext>
            </a:extLst>
          </p:cNvPr>
          <p:cNvSpPr txBox="1"/>
          <p:nvPr/>
        </p:nvSpPr>
        <p:spPr>
          <a:xfrm>
            <a:off x="8754304" y="399509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323" name="Diamond 322">
            <a:extLst>
              <a:ext uri="{FF2B5EF4-FFF2-40B4-BE49-F238E27FC236}">
                <a16:creationId xmlns:a16="http://schemas.microsoft.com/office/drawing/2014/main" id="{B6E560AF-29AF-128D-1AA0-4A685D30B65E}"/>
              </a:ext>
            </a:extLst>
          </p:cNvPr>
          <p:cNvSpPr/>
          <p:nvPr/>
        </p:nvSpPr>
        <p:spPr>
          <a:xfrm>
            <a:off x="8140107" y="4825104"/>
            <a:ext cx="1165285" cy="627567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Rent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8A7D718-C017-1387-DCA8-E0CDA3F4766B}"/>
              </a:ext>
            </a:extLst>
          </p:cNvPr>
          <p:cNvCxnSpPr>
            <a:cxnSpLocks/>
            <a:stCxn id="323" idx="3"/>
            <a:endCxn id="244" idx="1"/>
          </p:cNvCxnSpPr>
          <p:nvPr/>
        </p:nvCxnSpPr>
        <p:spPr>
          <a:xfrm flipV="1">
            <a:off x="9305392" y="4841597"/>
            <a:ext cx="1088947" cy="297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3ACFDE72-68F4-6A1B-EF2D-947FA61F754A}"/>
              </a:ext>
            </a:extLst>
          </p:cNvPr>
          <p:cNvCxnSpPr>
            <a:cxnSpLocks/>
            <a:stCxn id="323" idx="1"/>
            <a:endCxn id="165" idx="3"/>
          </p:cNvCxnSpPr>
          <p:nvPr/>
        </p:nvCxnSpPr>
        <p:spPr>
          <a:xfrm flipH="1">
            <a:off x="7123589" y="5138888"/>
            <a:ext cx="1016518" cy="79918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C4F9630F-AC04-B8DC-3438-46B4DCA9FEEE}"/>
              </a:ext>
            </a:extLst>
          </p:cNvPr>
          <p:cNvSpPr txBox="1"/>
          <p:nvPr/>
        </p:nvSpPr>
        <p:spPr>
          <a:xfrm>
            <a:off x="9231246" y="4882964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34F08280-B202-B4D4-EF5B-0B5E29224B60}"/>
              </a:ext>
            </a:extLst>
          </p:cNvPr>
          <p:cNvSpPr txBox="1"/>
          <p:nvPr/>
        </p:nvSpPr>
        <p:spPr>
          <a:xfrm>
            <a:off x="8051477" y="525844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337" name="Diamond 336">
            <a:extLst>
              <a:ext uri="{FF2B5EF4-FFF2-40B4-BE49-F238E27FC236}">
                <a16:creationId xmlns:a16="http://schemas.microsoft.com/office/drawing/2014/main" id="{265B8B6A-3EDB-E468-94A7-F7B6B3FB1CD8}"/>
              </a:ext>
            </a:extLst>
          </p:cNvPr>
          <p:cNvSpPr/>
          <p:nvPr/>
        </p:nvSpPr>
        <p:spPr>
          <a:xfrm>
            <a:off x="4456247" y="2027585"/>
            <a:ext cx="1165285" cy="627567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Is Sold</a:t>
            </a:r>
          </a:p>
        </p:txBody>
      </p: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904B8F8C-0ACD-34ED-F536-AC8CE37329A9}"/>
              </a:ext>
            </a:extLst>
          </p:cNvPr>
          <p:cNvCxnSpPr>
            <a:cxnSpLocks/>
            <a:stCxn id="337" idx="3"/>
            <a:endCxn id="183" idx="0"/>
          </p:cNvCxnSpPr>
          <p:nvPr/>
        </p:nvCxnSpPr>
        <p:spPr>
          <a:xfrm>
            <a:off x="5621532" y="2341369"/>
            <a:ext cx="1078005" cy="122405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56ADCA10-8619-324F-8498-E2ED24C5CEB0}"/>
              </a:ext>
            </a:extLst>
          </p:cNvPr>
          <p:cNvCxnSpPr>
            <a:cxnSpLocks/>
            <a:stCxn id="337" idx="1"/>
            <a:endCxn id="144" idx="3"/>
          </p:cNvCxnSpPr>
          <p:nvPr/>
        </p:nvCxnSpPr>
        <p:spPr>
          <a:xfrm flipH="1">
            <a:off x="3123644" y="2341369"/>
            <a:ext cx="1332603" cy="91304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B34CBC46-E751-02FF-EBE3-1EF3AB8DCFF4}"/>
              </a:ext>
            </a:extLst>
          </p:cNvPr>
          <p:cNvSpPr txBox="1"/>
          <p:nvPr/>
        </p:nvSpPr>
        <p:spPr>
          <a:xfrm>
            <a:off x="5496304" y="2370793"/>
            <a:ext cx="257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8EEABBE3-1C8C-A44C-4392-4EE8D874154A}"/>
              </a:ext>
            </a:extLst>
          </p:cNvPr>
          <p:cNvSpPr txBox="1"/>
          <p:nvPr/>
        </p:nvSpPr>
        <p:spPr>
          <a:xfrm>
            <a:off x="4263797" y="210445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345" name="Diamond 344">
            <a:extLst>
              <a:ext uri="{FF2B5EF4-FFF2-40B4-BE49-F238E27FC236}">
                <a16:creationId xmlns:a16="http://schemas.microsoft.com/office/drawing/2014/main" id="{EEE53622-DC2C-F37D-A5B0-56007888DD53}"/>
              </a:ext>
            </a:extLst>
          </p:cNvPr>
          <p:cNvSpPr/>
          <p:nvPr/>
        </p:nvSpPr>
        <p:spPr>
          <a:xfrm>
            <a:off x="3568541" y="5825848"/>
            <a:ext cx="1575694" cy="627567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Schedule</a:t>
            </a:r>
          </a:p>
        </p:txBody>
      </p: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5AAD65AF-E45D-9817-F983-C19162A01E0F}"/>
              </a:ext>
            </a:extLst>
          </p:cNvPr>
          <p:cNvCxnSpPr>
            <a:cxnSpLocks/>
            <a:stCxn id="70" idx="3"/>
            <a:endCxn id="345" idx="0"/>
          </p:cNvCxnSpPr>
          <p:nvPr/>
        </p:nvCxnSpPr>
        <p:spPr>
          <a:xfrm>
            <a:off x="3381682" y="5430790"/>
            <a:ext cx="974706" cy="3950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AE47C872-D8E1-752E-DAB0-BBD41CA9E89A}"/>
              </a:ext>
            </a:extLst>
          </p:cNvPr>
          <p:cNvCxnSpPr>
            <a:cxnSpLocks/>
            <a:stCxn id="345" idx="3"/>
            <a:endCxn id="165" idx="1"/>
          </p:cNvCxnSpPr>
          <p:nvPr/>
        </p:nvCxnSpPr>
        <p:spPr>
          <a:xfrm flipV="1">
            <a:off x="5144235" y="5938071"/>
            <a:ext cx="524180" cy="20156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2F58DB9A-1B05-6836-75D5-0158CF570206}"/>
              </a:ext>
            </a:extLst>
          </p:cNvPr>
          <p:cNvSpPr txBox="1"/>
          <p:nvPr/>
        </p:nvSpPr>
        <p:spPr>
          <a:xfrm>
            <a:off x="3922604" y="5685654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5B86295A-496A-DB79-602C-37EE1543A8BF}"/>
              </a:ext>
            </a:extLst>
          </p:cNvPr>
          <p:cNvSpPr txBox="1"/>
          <p:nvPr/>
        </p:nvSpPr>
        <p:spPr>
          <a:xfrm>
            <a:off x="4940979" y="617641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cxnSp>
        <p:nvCxnSpPr>
          <p:cNvPr id="752" name="Straight Connector 751">
            <a:extLst>
              <a:ext uri="{FF2B5EF4-FFF2-40B4-BE49-F238E27FC236}">
                <a16:creationId xmlns:a16="http://schemas.microsoft.com/office/drawing/2014/main" id="{AD3690A9-D5BD-8154-1D32-3A830CBCB2EE}"/>
              </a:ext>
            </a:extLst>
          </p:cNvPr>
          <p:cNvCxnSpPr>
            <a:cxnSpLocks/>
            <a:stCxn id="70" idx="3"/>
            <a:endCxn id="345" idx="0"/>
          </p:cNvCxnSpPr>
          <p:nvPr/>
        </p:nvCxnSpPr>
        <p:spPr>
          <a:xfrm>
            <a:off x="3381682" y="5430790"/>
            <a:ext cx="974706" cy="395058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2" name="Oval 761">
            <a:extLst>
              <a:ext uri="{FF2B5EF4-FFF2-40B4-BE49-F238E27FC236}">
                <a16:creationId xmlns:a16="http://schemas.microsoft.com/office/drawing/2014/main" id="{7ED4D797-61A2-ABC1-2671-4FD71F771499}"/>
              </a:ext>
            </a:extLst>
          </p:cNvPr>
          <p:cNvSpPr/>
          <p:nvPr/>
        </p:nvSpPr>
        <p:spPr>
          <a:xfrm>
            <a:off x="5577600" y="6369252"/>
            <a:ext cx="1283687" cy="32463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Withdrawal</a:t>
            </a:r>
          </a:p>
        </p:txBody>
      </p:sp>
      <p:cxnSp>
        <p:nvCxnSpPr>
          <p:cNvPr id="767" name="Straight Connector 766">
            <a:extLst>
              <a:ext uri="{FF2B5EF4-FFF2-40B4-BE49-F238E27FC236}">
                <a16:creationId xmlns:a16="http://schemas.microsoft.com/office/drawing/2014/main" id="{FD10AF56-F72E-A77E-690A-799B3A86C99F}"/>
              </a:ext>
            </a:extLst>
          </p:cNvPr>
          <p:cNvCxnSpPr>
            <a:cxnSpLocks/>
            <a:stCxn id="762" idx="0"/>
            <a:endCxn id="165" idx="2"/>
          </p:cNvCxnSpPr>
          <p:nvPr/>
        </p:nvCxnSpPr>
        <p:spPr>
          <a:xfrm flipV="1">
            <a:off x="6219444" y="6139632"/>
            <a:ext cx="176558" cy="229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1" name="Oval 770">
            <a:extLst>
              <a:ext uri="{FF2B5EF4-FFF2-40B4-BE49-F238E27FC236}">
                <a16:creationId xmlns:a16="http://schemas.microsoft.com/office/drawing/2014/main" id="{C9116F15-9B69-2705-C90A-6AC7861E3456}"/>
              </a:ext>
            </a:extLst>
          </p:cNvPr>
          <p:cNvSpPr/>
          <p:nvPr/>
        </p:nvSpPr>
        <p:spPr>
          <a:xfrm>
            <a:off x="11071729" y="3968546"/>
            <a:ext cx="1104930" cy="37116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i="1" dirty="0"/>
              <a:t>Property ID</a:t>
            </a:r>
          </a:p>
        </p:txBody>
      </p:sp>
      <p:cxnSp>
        <p:nvCxnSpPr>
          <p:cNvPr id="776" name="Straight Connector 775">
            <a:extLst>
              <a:ext uri="{FF2B5EF4-FFF2-40B4-BE49-F238E27FC236}">
                <a16:creationId xmlns:a16="http://schemas.microsoft.com/office/drawing/2014/main" id="{2F84449F-450A-3C39-4100-05A91CB9D918}"/>
              </a:ext>
            </a:extLst>
          </p:cNvPr>
          <p:cNvCxnSpPr>
            <a:stCxn id="244" idx="0"/>
            <a:endCxn id="771" idx="4"/>
          </p:cNvCxnSpPr>
          <p:nvPr/>
        </p:nvCxnSpPr>
        <p:spPr>
          <a:xfrm flipV="1">
            <a:off x="11121926" y="4339711"/>
            <a:ext cx="502268" cy="3003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21CDA3A-AB82-D8DE-D0A3-182855C60B34}"/>
              </a:ext>
            </a:extLst>
          </p:cNvPr>
          <p:cNvSpPr/>
          <p:nvPr/>
        </p:nvSpPr>
        <p:spPr>
          <a:xfrm>
            <a:off x="4950032" y="1286533"/>
            <a:ext cx="1134010" cy="30471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i="1" dirty="0"/>
              <a:t>Agent 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E941AF-8664-9611-8FC3-6C2367671D44}"/>
              </a:ext>
            </a:extLst>
          </p:cNvPr>
          <p:cNvCxnSpPr>
            <a:stCxn id="6" idx="0"/>
            <a:endCxn id="44" idx="2"/>
          </p:cNvCxnSpPr>
          <p:nvPr/>
        </p:nvCxnSpPr>
        <p:spPr>
          <a:xfrm flipV="1">
            <a:off x="5517037" y="1054199"/>
            <a:ext cx="710381" cy="232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3B0E750-138B-78D4-63C0-8BD517E2254B}"/>
              </a:ext>
            </a:extLst>
          </p:cNvPr>
          <p:cNvSpPr/>
          <p:nvPr/>
        </p:nvSpPr>
        <p:spPr>
          <a:xfrm>
            <a:off x="132158" y="2575234"/>
            <a:ext cx="1193516" cy="3711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i="1" dirty="0"/>
              <a:t>Agent id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86F120-D785-0444-6508-A7BB6D11285B}"/>
              </a:ext>
            </a:extLst>
          </p:cNvPr>
          <p:cNvCxnSpPr>
            <a:stCxn id="144" idx="1"/>
            <a:endCxn id="18" idx="6"/>
          </p:cNvCxnSpPr>
          <p:nvPr/>
        </p:nvCxnSpPr>
        <p:spPr>
          <a:xfrm flipH="1" flipV="1">
            <a:off x="1325674" y="2760817"/>
            <a:ext cx="342796" cy="4935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498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2956</TotalTime>
  <Words>116</Words>
  <Application>Microsoft Office PowerPoint</Application>
  <PresentationFormat>Widescreen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Srinithi Anand P</dc:creator>
  <cp:lastModifiedBy>Srinithi Anand P</cp:lastModifiedBy>
  <cp:revision>109</cp:revision>
  <dcterms:created xsi:type="dcterms:W3CDTF">2024-11-21T21:30:44Z</dcterms:created>
  <dcterms:modified xsi:type="dcterms:W3CDTF">2024-11-23T22:52:36Z</dcterms:modified>
</cp:coreProperties>
</file>